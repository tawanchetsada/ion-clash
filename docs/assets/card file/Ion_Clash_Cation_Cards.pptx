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527a909e34402" /><Relationship Type="http://schemas.openxmlformats.org/officeDocument/2006/relationships/extended-properties" Target="/docProps/app.xml" Id="Rbf60ff7d19da4733" /><Relationship Type="http://schemas.openxmlformats.org/officeDocument/2006/relationships/officeDocument" Target="/ppt/presentation.xml" Id="R35672b76965246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8f15bfef7149f3"/>
  </p:sldMasterIdLst>
  <p:notesMasterIdLst>
    <p:notesMasterId xmlns:r="http://schemas.openxmlformats.org/officeDocument/2006/relationships" r:id="Rfd43e849b1af4a35"/>
  </p:notesMasterIdLst>
  <p:sldIdLst>
    <p:sldId xmlns:r="http://schemas.openxmlformats.org/officeDocument/2006/relationships" id="256" r:id="Rf82886690d2d476c"/>
    <p:sldId xmlns:r="http://schemas.openxmlformats.org/officeDocument/2006/relationships" id="257" r:id="Ra5bf63ccff454fa4"/>
    <p:sldId xmlns:r="http://schemas.openxmlformats.org/officeDocument/2006/relationships" id="258" r:id="R1109046ea1834c87"/>
    <p:sldId xmlns:r="http://schemas.openxmlformats.org/officeDocument/2006/relationships" id="259" r:id="R730f8e051f5b439d"/>
    <p:sldId xmlns:r="http://schemas.openxmlformats.org/officeDocument/2006/relationships" id="260" r:id="Ref92f01ac0414790"/>
    <p:sldId xmlns:r="http://schemas.openxmlformats.org/officeDocument/2006/relationships" id="261" r:id="Ra5ecea7d126f4ce0"/>
    <p:sldId xmlns:r="http://schemas.openxmlformats.org/officeDocument/2006/relationships" id="262" r:id="Rf980b36c94f54c03"/>
    <p:sldId xmlns:r="http://schemas.openxmlformats.org/officeDocument/2006/relationships" id="263" r:id="R32b9476fee204c69"/>
    <p:sldId xmlns:r="http://schemas.openxmlformats.org/officeDocument/2006/relationships" id="264" r:id="R85a4f7b84b394c45"/>
    <p:sldId xmlns:r="http://schemas.openxmlformats.org/officeDocument/2006/relationships" id="265" r:id="R90395ed4b2774d50"/>
  </p:sldIdLst>
  <p:sldSz cx="2267998" cy="316801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601157227d4ce8" /><Relationship Type="http://schemas.openxmlformats.org/officeDocument/2006/relationships/slideMaster" Target="/ppt/slideMasters/slideMaster1.xml" Id="R828f15bfef7149f3" /><Relationship Type="http://schemas.openxmlformats.org/officeDocument/2006/relationships/notesMaster" Target="/ppt/notesMasters/notesMaster1.xml" Id="Rfd43e849b1af4a35" /><Relationship Type="http://schemas.openxmlformats.org/officeDocument/2006/relationships/presProps" Target="/ppt/presProps.xml" Id="R71b8cda983154a0f" /><Relationship Type="http://schemas.openxmlformats.org/officeDocument/2006/relationships/tableStyles" Target="/ppt/tableStyles.xml" Id="R4f9150455eae4a2c" /><Relationship Type="http://schemas.openxmlformats.org/officeDocument/2006/relationships/slide" Target="/ppt/slides/slide1.xml" Id="Rf82886690d2d476c" /><Relationship Type="http://schemas.openxmlformats.org/officeDocument/2006/relationships/slide" Target="/ppt/slides/slide2.xml" Id="Ra5bf63ccff454fa4" /><Relationship Type="http://schemas.openxmlformats.org/officeDocument/2006/relationships/slide" Target="/ppt/slides/slide3.xml" Id="R1109046ea1834c87" /><Relationship Type="http://schemas.openxmlformats.org/officeDocument/2006/relationships/slide" Target="/ppt/slides/slide4.xml" Id="R730f8e051f5b439d" /><Relationship Type="http://schemas.openxmlformats.org/officeDocument/2006/relationships/slide" Target="/ppt/slides/slide5.xml" Id="Ref92f01ac0414790" /><Relationship Type="http://schemas.openxmlformats.org/officeDocument/2006/relationships/slide" Target="/ppt/slides/slide6.xml" Id="Ra5ecea7d126f4ce0" /><Relationship Type="http://schemas.openxmlformats.org/officeDocument/2006/relationships/slide" Target="/ppt/slides/slide7.xml" Id="Rf980b36c94f54c03" /><Relationship Type="http://schemas.openxmlformats.org/officeDocument/2006/relationships/slide" Target="/ppt/slides/slide8.xml" Id="R32b9476fee204c69" /><Relationship Type="http://schemas.openxmlformats.org/officeDocument/2006/relationships/slide" Target="/ppt/slides/slide9.xml" Id="R85a4f7b84b394c45" /><Relationship Type="http://schemas.openxmlformats.org/officeDocument/2006/relationships/slide" Target="/ppt/slides/slide10.xml" Id="R90395ed4b2774d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738a7343d49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01b1d019944db5" /><Relationship Type="http://schemas.openxmlformats.org/officeDocument/2006/relationships/notesMaster" Target="/ppt/notesMasters/notesMaster1.xml" Id="Rf1e9db9e9ed946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c786aaa1334a2b" /><Relationship Type="http://schemas.openxmlformats.org/officeDocument/2006/relationships/notesMaster" Target="/ppt/notesMasters/notesMaster1.xml" Id="R7158c965b18541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014f0e0c7243f2" /><Relationship Type="http://schemas.openxmlformats.org/officeDocument/2006/relationships/notesMaster" Target="/ppt/notesMasters/notesMaster1.xml" Id="Rf23a850207c945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56ca96a35a4a25" /><Relationship Type="http://schemas.openxmlformats.org/officeDocument/2006/relationships/notesMaster" Target="/ppt/notesMasters/notesMaster1.xml" Id="Re819bea1d1ce4f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b0d945e3ea4b6a" /><Relationship Type="http://schemas.openxmlformats.org/officeDocument/2006/relationships/notesMaster" Target="/ppt/notesMasters/notesMaster1.xml" Id="R205719844fec4e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e0ea5eac93400c" /><Relationship Type="http://schemas.openxmlformats.org/officeDocument/2006/relationships/notesMaster" Target="/ppt/notesMasters/notesMaster1.xml" Id="R9f917922bb9f4c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2facd9d067498c" /><Relationship Type="http://schemas.openxmlformats.org/officeDocument/2006/relationships/notesMaster" Target="/ppt/notesMasters/notesMaster1.xml" Id="R11f3b810b7a646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9b30f82cf74739" /><Relationship Type="http://schemas.openxmlformats.org/officeDocument/2006/relationships/notesMaster" Target="/ppt/notesMasters/notesMaster1.xml" Id="R6587a27572e940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4ae049fef04b37" /><Relationship Type="http://schemas.openxmlformats.org/officeDocument/2006/relationships/notesMaster" Target="/ppt/notesMasters/notesMaster1.xml" Id="R4b620f729fc348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d65ce851594014" /><Relationship Type="http://schemas.openxmlformats.org/officeDocument/2006/relationships/notesMaster" Target="/ppt/notesMasters/notesMaster1.xml" Id="R05aaa9f299214d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style reference supplied by user: 9B1681B2-83C2-43F1-84F5-5D0955854958.jpeg</a:t>
            </a:r>
          </a:p>
          <a:p xmlns:a="http://schemas.openxmlformats.org/drawingml/2006/main">
            <a:r>
              <a:t>- Card content supplied by user: Ion Clash Presentation.pptx_compressed(2).pdf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440810cec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0b822ed1d74c14" /><Relationship Type="http://schemas.openxmlformats.org/officeDocument/2006/relationships/slideLayout" Target="/ppt/slideLayouts/slideLayout1.xml" Id="R347c8553e7a546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7c8553e7a546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61ba67e52428a" /><Relationship Type="http://schemas.openxmlformats.org/officeDocument/2006/relationships/notesSlide" Target="/ppt/notesSlides/notesSlide1.xml" Id="R60bbff9610b545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ea45688a4401e" /><Relationship Type="http://schemas.openxmlformats.org/officeDocument/2006/relationships/notesSlide" Target="/ppt/notesSlides/notesSlide2.xml" Id="Rb1c8efba322e4d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b6c93b13e4fd0" /><Relationship Type="http://schemas.openxmlformats.org/officeDocument/2006/relationships/notesSlide" Target="/ppt/notesSlides/notesSlide3.xml" Id="R7610763f873c49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eadab0fbc41fa" /><Relationship Type="http://schemas.openxmlformats.org/officeDocument/2006/relationships/notesSlide" Target="/ppt/notesSlides/notesSlide4.xml" Id="R5d0777417c8647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ab4d10822488f" /><Relationship Type="http://schemas.openxmlformats.org/officeDocument/2006/relationships/notesSlide" Target="/ppt/notesSlides/notesSlide5.xml" Id="Rbdcac23d65f443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87368c91241f8" /><Relationship Type="http://schemas.openxmlformats.org/officeDocument/2006/relationships/notesSlide" Target="/ppt/notesSlides/notesSlide6.xml" Id="R53861bd9feae4f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5e4b5cdc84f17" /><Relationship Type="http://schemas.openxmlformats.org/officeDocument/2006/relationships/notesSlide" Target="/ppt/notesSlides/notesSlide7.xml" Id="Rbe71a8346a2d4c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b5a512c27423e" /><Relationship Type="http://schemas.openxmlformats.org/officeDocument/2006/relationships/notesSlide" Target="/ppt/notesSlides/notesSlide8.xml" Id="Re3930abf16d249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5788e742947de" /><Relationship Type="http://schemas.openxmlformats.org/officeDocument/2006/relationships/notesSlide" Target="/ppt/notesSlides/notesSlide9.xml" Id="R419e8aebf9764b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37baab19d48a0" /><Relationship Type="http://schemas.openxmlformats.org/officeDocument/2006/relationships/notesSlide" Target="/ppt/notesSlides/notesSlide10.xml" Id="R0327d4b95c3c48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-silver-frame">
            <a:extLst xmlns:a="http://schemas.openxmlformats.org/drawingml/2006/main">
              <a:ext uri="{FF2B5EF4-FFF2-40B4-BE49-F238E27FC236}">
                <a16:creationId xmlns:a16="http://schemas.microsoft.com/office/drawing/2014/main" id="{CF3D3AA0-1E05-4A19-88BA-1D96DEA4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-white-frame">
            <a:extLst xmlns:a="http://schemas.openxmlformats.org/drawingml/2006/main">
              <a:ext uri="{FF2B5EF4-FFF2-40B4-BE49-F238E27FC236}">
                <a16:creationId xmlns:a16="http://schemas.microsoft.com/office/drawing/2014/main" id="{2470AEA7-90F0-4BFC-9098-08EAFCF9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-color-field">
            <a:extLst xmlns:a="http://schemas.openxmlformats.org/drawingml/2006/main">
              <a:ext uri="{FF2B5EF4-FFF2-40B4-BE49-F238E27FC236}">
                <a16:creationId xmlns:a16="http://schemas.microsoft.com/office/drawing/2014/main" id="{94A2C828-D3A6-42A4-8A68-90445C7A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-formula">
            <a:extLst xmlns:a="http://schemas.openxmlformats.org/drawingml/2006/main">
              <a:ext uri="{FF2B5EF4-FFF2-40B4-BE49-F238E27FC236}">
                <a16:creationId xmlns:a16="http://schemas.microsoft.com/office/drawing/2014/main" id="{7D94F681-F3A5-451A-BDFA-238E5FC5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K⁺</a:t>
            </a:r>
          </a:p>
        </p:txBody>
      </p:sp>
      <p:sp>
        <p:nvSpPr>
          <p:cNvPr id="5" name="card-1-thai-name">
            <a:extLst xmlns:a="http://schemas.openxmlformats.org/drawingml/2006/main">
              <a:ext uri="{FF2B5EF4-FFF2-40B4-BE49-F238E27FC236}">
                <a16:creationId xmlns:a16="http://schemas.microsoft.com/office/drawing/2014/main" id="{9FACDE19-EAA4-467A-8831-3293B8A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โพแทสเซียมไอออน</a:t>
            </a:r>
          </a:p>
        </p:txBody>
      </p:sp>
      <p:sp>
        <p:nvSpPr>
          <p:cNvPr id="6" name="card-1-state">
            <a:extLst xmlns:a="http://schemas.openxmlformats.org/drawingml/2006/main">
              <a:ext uri="{FF2B5EF4-FFF2-40B4-BE49-F238E27FC236}">
                <a16:creationId xmlns:a16="http://schemas.microsoft.com/office/drawing/2014/main" id="{53CFA8EA-0846-48FB-B0AB-D741583E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1276862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2-silver-frame">
            <a:extLst xmlns:a="http://schemas.openxmlformats.org/drawingml/2006/main">
              <a:ext uri="{FF2B5EF4-FFF2-40B4-BE49-F238E27FC236}">
                <a16:creationId xmlns:a16="http://schemas.microsoft.com/office/drawing/2014/main" id="{3FE566C4-00B3-4968-8870-9974E9C2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2-white-frame">
            <a:extLst xmlns:a="http://schemas.openxmlformats.org/drawingml/2006/main">
              <a:ext uri="{FF2B5EF4-FFF2-40B4-BE49-F238E27FC236}">
                <a16:creationId xmlns:a16="http://schemas.microsoft.com/office/drawing/2014/main" id="{B3853389-C781-4E12-891D-45284E71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2-color-field">
            <a:extLst xmlns:a="http://schemas.openxmlformats.org/drawingml/2006/main">
              <a:ext uri="{FF2B5EF4-FFF2-40B4-BE49-F238E27FC236}">
                <a16:creationId xmlns:a16="http://schemas.microsoft.com/office/drawing/2014/main" id="{7350CA8A-E0D7-4FFF-9668-1DAD4D65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2-formula">
            <a:extLst xmlns:a="http://schemas.openxmlformats.org/drawingml/2006/main">
              <a:ext uri="{FF2B5EF4-FFF2-40B4-BE49-F238E27FC236}">
                <a16:creationId xmlns:a16="http://schemas.microsoft.com/office/drawing/2014/main" id="{5261E51F-3081-44CF-B70F-0DE71454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Al³⁺</a:t>
            </a:r>
          </a:p>
        </p:txBody>
      </p:sp>
      <p:sp>
        <p:nvSpPr>
          <p:cNvPr id="5" name="card-2-thai-name">
            <a:extLst xmlns:a="http://schemas.openxmlformats.org/drawingml/2006/main">
              <a:ext uri="{FF2B5EF4-FFF2-40B4-BE49-F238E27FC236}">
                <a16:creationId xmlns:a16="http://schemas.microsoft.com/office/drawing/2014/main" id="{BDC79C15-C06C-4176-8504-AE77E3EC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อะลูมิเนียมไอออน</a:t>
            </a:r>
          </a:p>
        </p:txBody>
      </p:sp>
      <p:sp>
        <p:nvSpPr>
          <p:cNvPr id="6" name="card-2-state">
            <a:extLst xmlns:a="http://schemas.openxmlformats.org/drawingml/2006/main">
              <a:ext uri="{FF2B5EF4-FFF2-40B4-BE49-F238E27FC236}">
                <a16:creationId xmlns:a16="http://schemas.microsoft.com/office/drawing/2014/main" id="{0946EDE0-AA43-4D1D-9675-589317F2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59259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3-silver-frame">
            <a:extLst xmlns:a="http://schemas.openxmlformats.org/drawingml/2006/main">
              <a:ext uri="{FF2B5EF4-FFF2-40B4-BE49-F238E27FC236}">
                <a16:creationId xmlns:a16="http://schemas.microsoft.com/office/drawing/2014/main" id="{3CCEF852-DBF1-4E17-8A93-4A51B440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3-white-frame">
            <a:extLst xmlns:a="http://schemas.openxmlformats.org/drawingml/2006/main">
              <a:ext uri="{FF2B5EF4-FFF2-40B4-BE49-F238E27FC236}">
                <a16:creationId xmlns:a16="http://schemas.microsoft.com/office/drawing/2014/main" id="{EA228481-EC31-4813-81CE-1CDEF613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3-color-field">
            <a:extLst xmlns:a="http://schemas.openxmlformats.org/drawingml/2006/main">
              <a:ext uri="{FF2B5EF4-FFF2-40B4-BE49-F238E27FC236}">
                <a16:creationId xmlns:a16="http://schemas.microsoft.com/office/drawing/2014/main" id="{56512829-8951-4D3A-81DB-DA4B768C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3-formula">
            <a:extLst xmlns:a="http://schemas.openxmlformats.org/drawingml/2006/main">
              <a:ext uri="{FF2B5EF4-FFF2-40B4-BE49-F238E27FC236}">
                <a16:creationId xmlns:a16="http://schemas.microsoft.com/office/drawing/2014/main" id="{7B91B9AC-6523-4047-A738-4D8EF6DC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Fe³⁺</a:t>
            </a:r>
          </a:p>
        </p:txBody>
      </p:sp>
      <p:sp>
        <p:nvSpPr>
          <p:cNvPr id="5" name="card-3-thai-name">
            <a:extLst xmlns:a="http://schemas.openxmlformats.org/drawingml/2006/main">
              <a:ext uri="{FF2B5EF4-FFF2-40B4-BE49-F238E27FC236}">
                <a16:creationId xmlns:a16="http://schemas.microsoft.com/office/drawing/2014/main" id="{94870E33-09D2-4883-8AB0-C82364D7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ไอรอน(III) ไอออน</a:t>
            </a:r>
          </a:p>
        </p:txBody>
      </p:sp>
      <p:sp>
        <p:nvSpPr>
          <p:cNvPr id="6" name="card-3-state">
            <a:extLst xmlns:a="http://schemas.openxmlformats.org/drawingml/2006/main">
              <a:ext uri="{FF2B5EF4-FFF2-40B4-BE49-F238E27FC236}">
                <a16:creationId xmlns:a16="http://schemas.microsoft.com/office/drawing/2014/main" id="{439B743D-20E6-4571-B397-6B085BA5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1455424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4-silver-frame">
            <a:extLst xmlns:a="http://schemas.openxmlformats.org/drawingml/2006/main">
              <a:ext uri="{FF2B5EF4-FFF2-40B4-BE49-F238E27FC236}">
                <a16:creationId xmlns:a16="http://schemas.microsoft.com/office/drawing/2014/main" id="{6108C634-2633-44C5-B128-12F2BC6A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4-white-frame">
            <a:extLst xmlns:a="http://schemas.openxmlformats.org/drawingml/2006/main">
              <a:ext uri="{FF2B5EF4-FFF2-40B4-BE49-F238E27FC236}">
                <a16:creationId xmlns:a16="http://schemas.microsoft.com/office/drawing/2014/main" id="{2808DB11-546D-41BF-B304-893C2F0A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4-color-field">
            <a:extLst xmlns:a="http://schemas.openxmlformats.org/drawingml/2006/main">
              <a:ext uri="{FF2B5EF4-FFF2-40B4-BE49-F238E27FC236}">
                <a16:creationId xmlns:a16="http://schemas.microsoft.com/office/drawing/2014/main" id="{00E2D0C3-561C-4518-894F-22384E54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4-formula">
            <a:extLst xmlns:a="http://schemas.openxmlformats.org/drawingml/2006/main">
              <a:ext uri="{FF2B5EF4-FFF2-40B4-BE49-F238E27FC236}">
                <a16:creationId xmlns:a16="http://schemas.microsoft.com/office/drawing/2014/main" id="{6F136398-F0AE-4900-85AB-F77C3AF6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Ag⁺</a:t>
            </a:r>
          </a:p>
        </p:txBody>
      </p:sp>
      <p:sp>
        <p:nvSpPr>
          <p:cNvPr id="5" name="card-4-thai-name">
            <a:extLst xmlns:a="http://schemas.openxmlformats.org/drawingml/2006/main">
              <a:ext uri="{FF2B5EF4-FFF2-40B4-BE49-F238E27FC236}">
                <a16:creationId xmlns:a16="http://schemas.microsoft.com/office/drawing/2014/main" id="{E65DCA88-A4E1-4900-86B7-BF12144F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ซิลเวอร์(I) ไอออน</a:t>
            </a:r>
          </a:p>
        </p:txBody>
      </p:sp>
      <p:sp>
        <p:nvSpPr>
          <p:cNvPr id="6" name="card-4-state">
            <a:extLst xmlns:a="http://schemas.openxmlformats.org/drawingml/2006/main">
              <a:ext uri="{FF2B5EF4-FFF2-40B4-BE49-F238E27FC236}">
                <a16:creationId xmlns:a16="http://schemas.microsoft.com/office/drawing/2014/main" id="{2F735F12-CEBE-4A79-B03A-390435FF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274374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5-silver-frame">
            <a:extLst xmlns:a="http://schemas.openxmlformats.org/drawingml/2006/main">
              <a:ext uri="{FF2B5EF4-FFF2-40B4-BE49-F238E27FC236}">
                <a16:creationId xmlns:a16="http://schemas.microsoft.com/office/drawing/2014/main" id="{9922C7D2-66B9-45A7-8CDC-910F0124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5-white-frame">
            <a:extLst xmlns:a="http://schemas.openxmlformats.org/drawingml/2006/main">
              <a:ext uri="{FF2B5EF4-FFF2-40B4-BE49-F238E27FC236}">
                <a16:creationId xmlns:a16="http://schemas.microsoft.com/office/drawing/2014/main" id="{62491D06-1776-4554-9616-82E76BAC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5-color-field">
            <a:extLst xmlns:a="http://schemas.openxmlformats.org/drawingml/2006/main">
              <a:ext uri="{FF2B5EF4-FFF2-40B4-BE49-F238E27FC236}">
                <a16:creationId xmlns:a16="http://schemas.microsoft.com/office/drawing/2014/main" id="{BE1023A1-926E-4249-B791-5EE5951F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5-formula">
            <a:extLst xmlns:a="http://schemas.openxmlformats.org/drawingml/2006/main">
              <a:ext uri="{FF2B5EF4-FFF2-40B4-BE49-F238E27FC236}">
                <a16:creationId xmlns:a16="http://schemas.microsoft.com/office/drawing/2014/main" id="{E08FDF46-97F4-4FC6-989B-9077E0A7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Ca²⁺</a:t>
            </a:r>
          </a:p>
        </p:txBody>
      </p:sp>
      <p:sp>
        <p:nvSpPr>
          <p:cNvPr id="5" name="card-5-thai-name">
            <a:extLst xmlns:a="http://schemas.openxmlformats.org/drawingml/2006/main">
              <a:ext uri="{FF2B5EF4-FFF2-40B4-BE49-F238E27FC236}">
                <a16:creationId xmlns:a16="http://schemas.microsoft.com/office/drawing/2014/main" id="{1D482D59-4B74-4494-872C-4B5E2F85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แคลเซียมไอออน</a:t>
            </a:r>
          </a:p>
        </p:txBody>
      </p:sp>
      <p:sp>
        <p:nvSpPr>
          <p:cNvPr id="6" name="card-5-state">
            <a:extLst xmlns:a="http://schemas.openxmlformats.org/drawingml/2006/main">
              <a:ext uri="{FF2B5EF4-FFF2-40B4-BE49-F238E27FC236}">
                <a16:creationId xmlns:a16="http://schemas.microsoft.com/office/drawing/2014/main" id="{F30CEF0B-B04B-461B-8CE3-25DE6240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6016211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6-silver-frame">
            <a:extLst xmlns:a="http://schemas.openxmlformats.org/drawingml/2006/main">
              <a:ext uri="{FF2B5EF4-FFF2-40B4-BE49-F238E27FC236}">
                <a16:creationId xmlns:a16="http://schemas.microsoft.com/office/drawing/2014/main" id="{2A1FCF8A-C691-48EB-9EA6-BE54736C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6-white-frame">
            <a:extLst xmlns:a="http://schemas.openxmlformats.org/drawingml/2006/main">
              <a:ext uri="{FF2B5EF4-FFF2-40B4-BE49-F238E27FC236}">
                <a16:creationId xmlns:a16="http://schemas.microsoft.com/office/drawing/2014/main" id="{B109EA62-DD82-494C-A1DE-1218D51E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6-color-field">
            <a:extLst xmlns:a="http://schemas.openxmlformats.org/drawingml/2006/main">
              <a:ext uri="{FF2B5EF4-FFF2-40B4-BE49-F238E27FC236}">
                <a16:creationId xmlns:a16="http://schemas.microsoft.com/office/drawing/2014/main" id="{4CD03C57-21E1-4796-B208-B4D8E881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6-formula">
            <a:extLst xmlns:a="http://schemas.openxmlformats.org/drawingml/2006/main">
              <a:ext uri="{FF2B5EF4-FFF2-40B4-BE49-F238E27FC236}">
                <a16:creationId xmlns:a16="http://schemas.microsoft.com/office/drawing/2014/main" id="{7571BD57-1A8B-42BD-B190-EFA0C532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Na⁺</a:t>
            </a:r>
          </a:p>
        </p:txBody>
      </p:sp>
      <p:sp>
        <p:nvSpPr>
          <p:cNvPr id="5" name="card-6-thai-name">
            <a:extLst xmlns:a="http://schemas.openxmlformats.org/drawingml/2006/main">
              <a:ext uri="{FF2B5EF4-FFF2-40B4-BE49-F238E27FC236}">
                <a16:creationId xmlns:a16="http://schemas.microsoft.com/office/drawing/2014/main" id="{A53A0269-D676-4991-BEB6-DBA40449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โซเดียมไอออน</a:t>
            </a:r>
          </a:p>
        </p:txBody>
      </p:sp>
      <p:sp>
        <p:nvSpPr>
          <p:cNvPr id="6" name="card-6-state">
            <a:extLst xmlns:a="http://schemas.openxmlformats.org/drawingml/2006/main">
              <a:ext uri="{FF2B5EF4-FFF2-40B4-BE49-F238E27FC236}">
                <a16:creationId xmlns:a16="http://schemas.microsoft.com/office/drawing/2014/main" id="{60D487D9-3F08-49DE-B3E4-42B78505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414332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7-silver-frame">
            <a:extLst xmlns:a="http://schemas.openxmlformats.org/drawingml/2006/main">
              <a:ext uri="{FF2B5EF4-FFF2-40B4-BE49-F238E27FC236}">
                <a16:creationId xmlns:a16="http://schemas.microsoft.com/office/drawing/2014/main" id="{E469E13F-9B21-4BDD-8B80-41C4B779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7-white-frame">
            <a:extLst xmlns:a="http://schemas.openxmlformats.org/drawingml/2006/main">
              <a:ext uri="{FF2B5EF4-FFF2-40B4-BE49-F238E27FC236}">
                <a16:creationId xmlns:a16="http://schemas.microsoft.com/office/drawing/2014/main" id="{292F3FAC-921C-482B-AD54-22855E4A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7-color-field">
            <a:extLst xmlns:a="http://schemas.openxmlformats.org/drawingml/2006/main">
              <a:ext uri="{FF2B5EF4-FFF2-40B4-BE49-F238E27FC236}">
                <a16:creationId xmlns:a16="http://schemas.microsoft.com/office/drawing/2014/main" id="{1516615D-7E24-4665-A509-46FBCFAC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7-formula">
            <a:extLst xmlns:a="http://schemas.openxmlformats.org/drawingml/2006/main">
              <a:ext uri="{FF2B5EF4-FFF2-40B4-BE49-F238E27FC236}">
                <a16:creationId xmlns:a16="http://schemas.microsoft.com/office/drawing/2014/main" id="{B85B3A34-8272-43DF-848E-740FD596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0084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Mg²⁺</a:t>
            </a:r>
          </a:p>
        </p:txBody>
      </p:sp>
      <p:sp>
        <p:nvSpPr>
          <p:cNvPr id="5" name="card-7-thai-name">
            <a:extLst xmlns:a="http://schemas.openxmlformats.org/drawingml/2006/main">
              <a:ext uri="{FF2B5EF4-FFF2-40B4-BE49-F238E27FC236}">
                <a16:creationId xmlns:a16="http://schemas.microsoft.com/office/drawing/2014/main" id="{7DF2A115-B3C9-4EFC-9B76-DC3C4FE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แมกนีเซียมไอออน</a:t>
            </a:r>
          </a:p>
        </p:txBody>
      </p:sp>
      <p:sp>
        <p:nvSpPr>
          <p:cNvPr id="6" name="card-7-state">
            <a:extLst xmlns:a="http://schemas.openxmlformats.org/drawingml/2006/main">
              <a:ext uri="{FF2B5EF4-FFF2-40B4-BE49-F238E27FC236}">
                <a16:creationId xmlns:a16="http://schemas.microsoft.com/office/drawing/2014/main" id="{2661B893-2A44-43ED-A45D-01E4309D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8383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8-silver-frame">
            <a:extLst xmlns:a="http://schemas.openxmlformats.org/drawingml/2006/main">
              <a:ext uri="{FF2B5EF4-FFF2-40B4-BE49-F238E27FC236}">
                <a16:creationId xmlns:a16="http://schemas.microsoft.com/office/drawing/2014/main" id="{09094005-4AC2-4729-BE55-319F0343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8-white-frame">
            <a:extLst xmlns:a="http://schemas.openxmlformats.org/drawingml/2006/main">
              <a:ext uri="{FF2B5EF4-FFF2-40B4-BE49-F238E27FC236}">
                <a16:creationId xmlns:a16="http://schemas.microsoft.com/office/drawing/2014/main" id="{AD211840-220D-4176-A2DC-960E1B21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8-color-field">
            <a:extLst xmlns:a="http://schemas.openxmlformats.org/drawingml/2006/main">
              <a:ext uri="{FF2B5EF4-FFF2-40B4-BE49-F238E27FC236}">
                <a16:creationId xmlns:a16="http://schemas.microsoft.com/office/drawing/2014/main" id="{DDEC3AE3-D854-4772-9477-4D87BF9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8-formula">
            <a:extLst xmlns:a="http://schemas.openxmlformats.org/drawingml/2006/main">
              <a:ext uri="{FF2B5EF4-FFF2-40B4-BE49-F238E27FC236}">
                <a16:creationId xmlns:a16="http://schemas.microsoft.com/office/drawing/2014/main" id="{07A49BBB-DFC0-4B7A-863B-5516D385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91306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NH₄⁺</a:t>
            </a:r>
          </a:p>
        </p:txBody>
      </p:sp>
      <p:sp>
        <p:nvSpPr>
          <p:cNvPr id="5" name="card-8-thai-name">
            <a:extLst xmlns:a="http://schemas.openxmlformats.org/drawingml/2006/main">
              <a:ext uri="{FF2B5EF4-FFF2-40B4-BE49-F238E27FC236}">
                <a16:creationId xmlns:a16="http://schemas.microsoft.com/office/drawing/2014/main" id="{67DD8046-2D80-4547-9B4C-516422B7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แอมโมเนียมไอออน</a:t>
            </a:r>
          </a:p>
        </p:txBody>
      </p:sp>
      <p:sp>
        <p:nvSpPr>
          <p:cNvPr id="6" name="card-8-state">
            <a:extLst xmlns:a="http://schemas.openxmlformats.org/drawingml/2006/main">
              <a:ext uri="{FF2B5EF4-FFF2-40B4-BE49-F238E27FC236}">
                <a16:creationId xmlns:a16="http://schemas.microsoft.com/office/drawing/2014/main" id="{503F48B8-5CAA-44CA-9BEC-2839C441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402902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9-silver-frame">
            <a:extLst xmlns:a="http://schemas.openxmlformats.org/drawingml/2006/main">
              <a:ext uri="{FF2B5EF4-FFF2-40B4-BE49-F238E27FC236}">
                <a16:creationId xmlns:a16="http://schemas.microsoft.com/office/drawing/2014/main" id="{97E6CEC1-3B89-449E-9636-DE7443E0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9-white-frame">
            <a:extLst xmlns:a="http://schemas.openxmlformats.org/drawingml/2006/main">
              <a:ext uri="{FF2B5EF4-FFF2-40B4-BE49-F238E27FC236}">
                <a16:creationId xmlns:a16="http://schemas.microsoft.com/office/drawing/2014/main" id="{F6326707-38C8-4952-8995-EEBE8431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9-color-field">
            <a:extLst xmlns:a="http://schemas.openxmlformats.org/drawingml/2006/main">
              <a:ext uri="{FF2B5EF4-FFF2-40B4-BE49-F238E27FC236}">
                <a16:creationId xmlns:a16="http://schemas.microsoft.com/office/drawing/2014/main" id="{85C8E836-C9ED-4408-981E-EA8227AB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9-formula">
            <a:extLst xmlns:a="http://schemas.openxmlformats.org/drawingml/2006/main">
              <a:ext uri="{FF2B5EF4-FFF2-40B4-BE49-F238E27FC236}">
                <a16:creationId xmlns:a16="http://schemas.microsoft.com/office/drawing/2014/main" id="{81C9D083-1746-4F72-BD01-64540C51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Cu²⁺</a:t>
            </a:r>
          </a:p>
        </p:txBody>
      </p:sp>
      <p:sp>
        <p:nvSpPr>
          <p:cNvPr id="5" name="card-9-thai-name">
            <a:extLst xmlns:a="http://schemas.openxmlformats.org/drawingml/2006/main">
              <a:ext uri="{FF2B5EF4-FFF2-40B4-BE49-F238E27FC236}">
                <a16:creationId xmlns:a16="http://schemas.microsoft.com/office/drawing/2014/main" id="{427C2BD8-4A5D-46D0-836E-32949449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คอปเปอร์(II) ไอออน</a:t>
            </a:r>
          </a:p>
        </p:txBody>
      </p:sp>
      <p:sp>
        <p:nvSpPr>
          <p:cNvPr id="6" name="card-9-state">
            <a:extLst xmlns:a="http://schemas.openxmlformats.org/drawingml/2006/main">
              <a:ext uri="{FF2B5EF4-FFF2-40B4-BE49-F238E27FC236}">
                <a16:creationId xmlns:a16="http://schemas.microsoft.com/office/drawing/2014/main" id="{55AF89D5-D0F7-465E-86BE-C8928F7E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884137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rd-10-silver-frame">
            <a:extLst xmlns:a="http://schemas.openxmlformats.org/drawingml/2006/main">
              <a:ext uri="{FF2B5EF4-FFF2-40B4-BE49-F238E27FC236}">
                <a16:creationId xmlns:a16="http://schemas.microsoft.com/office/drawing/2014/main" id="{18E693AE-D381-4A53-A28F-C8D07B5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8" y="33338"/>
            <a:ext cx="2201323" cy="310134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rd-10-white-frame">
            <a:extLst xmlns:a="http://schemas.openxmlformats.org/drawingml/2006/main">
              <a:ext uri="{FF2B5EF4-FFF2-40B4-BE49-F238E27FC236}">
                <a16:creationId xmlns:a16="http://schemas.microsoft.com/office/drawing/2014/main" id="{4A88EF56-BC63-4BC7-A594-5A2BF205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8" y="90488"/>
            <a:ext cx="2087023" cy="2987040"/>
          </a:xfrm>
          <a:prstGeom xmlns:a="http://schemas.openxmlformats.org/drawingml/2006/main" prst="roundRect">
            <a:avLst>
              <a:gd name="adj" fmla="val 7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ard-10-color-field">
            <a:extLst xmlns:a="http://schemas.openxmlformats.org/drawingml/2006/main">
              <a:ext uri="{FF2B5EF4-FFF2-40B4-BE49-F238E27FC236}">
                <a16:creationId xmlns:a16="http://schemas.microsoft.com/office/drawing/2014/main" id="{F9A000B4-A10C-4140-8FA5-3216A9C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8" y="128588"/>
            <a:ext cx="2010823" cy="2910840"/>
          </a:xfrm>
          <a:prstGeom xmlns:a="http://schemas.openxmlformats.org/drawingml/2006/main" prst="roundRect">
            <a:avLst>
              <a:gd name="adj" fmla="val 7579"/>
            </a:avLst>
          </a:prstGeom>
          <a:solidFill xmlns:a="http://schemas.openxmlformats.org/drawingml/2006/main">
            <a:srgbClr val="1155A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" name="card-10-formula">
            <a:extLst xmlns:a="http://schemas.openxmlformats.org/drawingml/2006/main">
              <a:ext uri="{FF2B5EF4-FFF2-40B4-BE49-F238E27FC236}">
                <a16:creationId xmlns:a16="http://schemas.microsoft.com/office/drawing/2014/main" id="{CA51182B-A37D-479E-AA99-450FC415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657225"/>
            <a:ext cx="182984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Fe²⁺</a:t>
            </a:r>
          </a:p>
        </p:txBody>
      </p:sp>
      <p:sp>
        <p:nvSpPr>
          <p:cNvPr id="5" name="card-10-thai-name">
            <a:extLst xmlns:a="http://schemas.openxmlformats.org/drawingml/2006/main">
              <a:ext uri="{FF2B5EF4-FFF2-40B4-BE49-F238E27FC236}">
                <a16:creationId xmlns:a16="http://schemas.microsoft.com/office/drawing/2014/main" id="{E6ABF608-0A7A-40B4-AA2B-2DAC035E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876425"/>
            <a:ext cx="1848898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ไอรอน(II) ไอออน</a:t>
            </a:r>
          </a:p>
        </p:txBody>
      </p:sp>
      <p:sp>
        <p:nvSpPr>
          <p:cNvPr id="6" name="card-10-state">
            <a:extLst xmlns:a="http://schemas.openxmlformats.org/drawingml/2006/main">
              <a:ext uri="{FF2B5EF4-FFF2-40B4-BE49-F238E27FC236}">
                <a16:creationId xmlns:a16="http://schemas.microsoft.com/office/drawing/2014/main" id="{76BB59F0-F547-4388-9F41-B59F75E0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9344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(aq)</a:t>
            </a:r>
          </a:p>
        </p:txBody>
      </p:sp>
    </p:spTree>
    <p:extLst>
      <p:ext uri="{BB962C8B-B14F-4D97-AF65-F5344CB8AC3E}">
        <p14:creationId xmlns:p14="http://schemas.microsoft.com/office/powerpoint/2010/main" val="1386747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2026-08-21T15:57:07.5290000Z</dcterms:created>
  <dcterms:modified xsi:type="dcterms:W3CDTF">2026-08-21T15:57:07.5290000Z</dcterms:modified>
</coreProperties>
</file>