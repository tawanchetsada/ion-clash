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875f3a90647d3" /><Relationship Type="http://schemas.openxmlformats.org/officeDocument/2006/relationships/extended-properties" Target="/docProps/app.xml" Id="R38b88a91d8fe4dcc" /><Relationship Type="http://schemas.openxmlformats.org/officeDocument/2006/relationships/officeDocument" Target="/ppt/presentation.xml" Id="R4875e74ea221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acc6f788842d5"/>
  </p:sldMasterIdLst>
  <p:notesMasterIdLst>
    <p:notesMasterId xmlns:r="http://schemas.openxmlformats.org/officeDocument/2006/relationships" r:id="Rc13ea0b70ae94052"/>
  </p:notesMasterIdLst>
  <p:sldIdLst>
    <p:sldId xmlns:r="http://schemas.openxmlformats.org/officeDocument/2006/relationships" id="256" r:id="Rd3191017bdf845a6"/>
    <p:sldId xmlns:r="http://schemas.openxmlformats.org/officeDocument/2006/relationships" id="257" r:id="Rcd311d18bcf74513"/>
    <p:sldId xmlns:r="http://schemas.openxmlformats.org/officeDocument/2006/relationships" id="258" r:id="Rabecc5cc222a4697"/>
    <p:sldId xmlns:r="http://schemas.openxmlformats.org/officeDocument/2006/relationships" id="259" r:id="Re4adcc8d331a47be"/>
    <p:sldId xmlns:r="http://schemas.openxmlformats.org/officeDocument/2006/relationships" id="260" r:id="Re5d9362f75b14228"/>
    <p:sldId xmlns:r="http://schemas.openxmlformats.org/officeDocument/2006/relationships" id="261" r:id="Rfa5e69d035b24546"/>
    <p:sldId xmlns:r="http://schemas.openxmlformats.org/officeDocument/2006/relationships" id="262" r:id="R4e14bad10ffc4d64"/>
    <p:sldId xmlns:r="http://schemas.openxmlformats.org/officeDocument/2006/relationships" id="263" r:id="R79a70779b81243c4"/>
    <p:sldId xmlns:r="http://schemas.openxmlformats.org/officeDocument/2006/relationships" id="264" r:id="R9a6c32defd36422d"/>
    <p:sldId xmlns:r="http://schemas.openxmlformats.org/officeDocument/2006/relationships" id="265" r:id="R1d282ee482c04a5f"/>
  </p:sldIdLst>
  <p:sldSz cx="2267998" cy="316801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6087d7dc484755" /><Relationship Type="http://schemas.openxmlformats.org/officeDocument/2006/relationships/slideMaster" Target="/ppt/slideMasters/slideMaster1.xml" Id="Rab9acc6f788842d5" /><Relationship Type="http://schemas.openxmlformats.org/officeDocument/2006/relationships/notesMaster" Target="/ppt/notesMasters/notesMaster1.xml" Id="Rc13ea0b70ae94052" /><Relationship Type="http://schemas.openxmlformats.org/officeDocument/2006/relationships/presProps" Target="/ppt/presProps.xml" Id="R8c4599ff410d4f2a" /><Relationship Type="http://schemas.openxmlformats.org/officeDocument/2006/relationships/tableStyles" Target="/ppt/tableStyles.xml" Id="R8328ad86987f4fb7" /><Relationship Type="http://schemas.openxmlformats.org/officeDocument/2006/relationships/slide" Target="/ppt/slides/slide1.xml" Id="Rd3191017bdf845a6" /><Relationship Type="http://schemas.openxmlformats.org/officeDocument/2006/relationships/slide" Target="/ppt/slides/slide2.xml" Id="Rcd311d18bcf74513" /><Relationship Type="http://schemas.openxmlformats.org/officeDocument/2006/relationships/slide" Target="/ppt/slides/slide3.xml" Id="Rabecc5cc222a4697" /><Relationship Type="http://schemas.openxmlformats.org/officeDocument/2006/relationships/slide" Target="/ppt/slides/slide4.xml" Id="Re4adcc8d331a47be" /><Relationship Type="http://schemas.openxmlformats.org/officeDocument/2006/relationships/slide" Target="/ppt/slides/slide5.xml" Id="Re5d9362f75b14228" /><Relationship Type="http://schemas.openxmlformats.org/officeDocument/2006/relationships/slide" Target="/ppt/slides/slide6.xml" Id="Rfa5e69d035b24546" /><Relationship Type="http://schemas.openxmlformats.org/officeDocument/2006/relationships/slide" Target="/ppt/slides/slide7.xml" Id="R4e14bad10ffc4d64" /><Relationship Type="http://schemas.openxmlformats.org/officeDocument/2006/relationships/slide" Target="/ppt/slides/slide8.xml" Id="R79a70779b81243c4" /><Relationship Type="http://schemas.openxmlformats.org/officeDocument/2006/relationships/slide" Target="/ppt/slides/slide9.xml" Id="R9a6c32defd36422d" /><Relationship Type="http://schemas.openxmlformats.org/officeDocument/2006/relationships/slide" Target="/ppt/slides/slide10.xml" Id="R1d282ee482c04a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b5bcc32c449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6c8cb409a04adb" /><Relationship Type="http://schemas.openxmlformats.org/officeDocument/2006/relationships/notesMaster" Target="/ppt/notesMasters/notesMaster1.xml" Id="R91510200aa284a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e466c582004664" /><Relationship Type="http://schemas.openxmlformats.org/officeDocument/2006/relationships/notesMaster" Target="/ppt/notesMasters/notesMaster1.xml" Id="Radd7f9b5c71f4f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2ce4b2154c48cf" /><Relationship Type="http://schemas.openxmlformats.org/officeDocument/2006/relationships/notesMaster" Target="/ppt/notesMasters/notesMaster1.xml" Id="Rc96d4262285349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0e0ec5ba25436f" /><Relationship Type="http://schemas.openxmlformats.org/officeDocument/2006/relationships/notesMaster" Target="/ppt/notesMasters/notesMaster1.xml" Id="R438df114b9224d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43ab26193d486d" /><Relationship Type="http://schemas.openxmlformats.org/officeDocument/2006/relationships/notesMaster" Target="/ppt/notesMasters/notesMaster1.xml" Id="R0d052428861e4a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6cd4f7c7e74efa" /><Relationship Type="http://schemas.openxmlformats.org/officeDocument/2006/relationships/notesMaster" Target="/ppt/notesMasters/notesMaster1.xml" Id="Raeed83a0df11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c189ed86634433" /><Relationship Type="http://schemas.openxmlformats.org/officeDocument/2006/relationships/notesMaster" Target="/ppt/notesMasters/notesMaster1.xml" Id="R194be781164846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12a9ebc584886" /><Relationship Type="http://schemas.openxmlformats.org/officeDocument/2006/relationships/notesMaster" Target="/ppt/notesMasters/notesMaster1.xml" Id="R51bcfcee097a4b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ecf6b2c1594284" /><Relationship Type="http://schemas.openxmlformats.org/officeDocument/2006/relationships/notesMaster" Target="/ppt/notesMasters/notesMaster1.xml" Id="Rbfbd07f70dbc40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5c394b5f114f59" /><Relationship Type="http://schemas.openxmlformats.org/officeDocument/2006/relationships/notesMaster" Target="/ppt/notesMasters/notesMaster1.xml" Id="Rf93e237019e747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bf99418c14d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0d0cea87034d98" /><Relationship Type="http://schemas.openxmlformats.org/officeDocument/2006/relationships/slideLayout" Target="/ppt/slideLayouts/slideLayout1.xml" Id="Rc10ae1b881e241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0ae1b881e241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2fc903ede43e0" /><Relationship Type="http://schemas.openxmlformats.org/officeDocument/2006/relationships/notesSlide" Target="/ppt/notesSlides/notesSlide1.xml" Id="R952054cd0a34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76b5d15414d11" /><Relationship Type="http://schemas.openxmlformats.org/officeDocument/2006/relationships/notesSlide" Target="/ppt/notesSlides/notesSlide2.xml" Id="Ref6988491d204c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4f9e718f44241" /><Relationship Type="http://schemas.openxmlformats.org/officeDocument/2006/relationships/notesSlide" Target="/ppt/notesSlides/notesSlide3.xml" Id="Rf478350623f3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370adfee54e54" /><Relationship Type="http://schemas.openxmlformats.org/officeDocument/2006/relationships/notesSlide" Target="/ppt/notesSlides/notesSlide4.xml" Id="Redebada7cc4f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cae79f7ea438c" /><Relationship Type="http://schemas.openxmlformats.org/officeDocument/2006/relationships/notesSlide" Target="/ppt/notesSlides/notesSlide5.xml" Id="R118af0d5dd5b40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90e19176043cf" /><Relationship Type="http://schemas.openxmlformats.org/officeDocument/2006/relationships/notesSlide" Target="/ppt/notesSlides/notesSlide6.xml" Id="Ra1b24aa3187c4a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f55575c1f4868" /><Relationship Type="http://schemas.openxmlformats.org/officeDocument/2006/relationships/notesSlide" Target="/ppt/notesSlides/notesSlide7.xml" Id="Rcd378dcebf2741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3ad49dd91460e" /><Relationship Type="http://schemas.openxmlformats.org/officeDocument/2006/relationships/notesSlide" Target="/ppt/notesSlides/notesSlide8.xml" Id="Rb0ffa6c6e8d442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338b657614082" /><Relationship Type="http://schemas.openxmlformats.org/officeDocument/2006/relationships/notesSlide" Target="/ppt/notesSlides/notesSlide9.xml" Id="Rccd0ba49acbc41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3cc9f52164261" /><Relationship Type="http://schemas.openxmlformats.org/officeDocument/2006/relationships/notesSlide" Target="/ppt/notesSlides/notesSlide10.xml" Id="Rd36dbd54db8b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4A95E93B-EDF3-4CB2-9A51-AA354BB1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E036F51D-3D53-4B37-976E-1C6E162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12DD9ECF-1F6E-4CE0-95A4-34CB2EA4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DDCC6669-61FD-4FBD-AF5B-7A5A324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0885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NO₃⁻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C20E2AFA-B32E-4AE8-AAC7-4A9321F5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ไนเตรตไอออน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4DCE079E-F8F4-4B36-80EC-D327777F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992113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2-silver-frame">
            <a:extLst xmlns:a="http://schemas.openxmlformats.org/drawingml/2006/main">
              <a:ext uri="{FF2B5EF4-FFF2-40B4-BE49-F238E27FC236}">
                <a16:creationId xmlns:a16="http://schemas.microsoft.com/office/drawing/2014/main" id="{2094C965-3F30-4E47-96CE-BB0B028E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2-white-frame">
            <a:extLst xmlns:a="http://schemas.openxmlformats.org/drawingml/2006/main">
              <a:ext uri="{FF2B5EF4-FFF2-40B4-BE49-F238E27FC236}">
                <a16:creationId xmlns:a16="http://schemas.microsoft.com/office/drawing/2014/main" id="{11FCFB61-CCA3-4C4B-A153-7D2F317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2-color-field">
            <a:extLst xmlns:a="http://schemas.openxmlformats.org/drawingml/2006/main">
              <a:ext uri="{FF2B5EF4-FFF2-40B4-BE49-F238E27FC236}">
                <a16:creationId xmlns:a16="http://schemas.microsoft.com/office/drawing/2014/main" id="{E0D37B7F-07E2-48F2-86BE-370A33C8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2-formula">
            <a:extLst xmlns:a="http://schemas.openxmlformats.org/drawingml/2006/main">
              <a:ext uri="{FF2B5EF4-FFF2-40B4-BE49-F238E27FC236}">
                <a16:creationId xmlns:a16="http://schemas.microsoft.com/office/drawing/2014/main" id="{40C04372-7561-4BD5-B747-6C81DC7F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7913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SO₄²⁻</a:t>
            </a:r>
          </a:p>
        </p:txBody>
      </p:sp>
      <p:sp>
        <p:nvSpPr>
          <p:cNvPr id="5" name="card-2-thai-name">
            <a:extLst xmlns:a="http://schemas.openxmlformats.org/drawingml/2006/main">
              <a:ext uri="{FF2B5EF4-FFF2-40B4-BE49-F238E27FC236}">
                <a16:creationId xmlns:a16="http://schemas.microsoft.com/office/drawing/2014/main" id="{FABF4F6F-45D3-41BD-B826-FFAFEB69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ซัลเฟตไอออน</a:t>
            </a:r>
          </a:p>
        </p:txBody>
      </p:sp>
      <p:sp>
        <p:nvSpPr>
          <p:cNvPr id="6" name="card-2-state">
            <a:extLst xmlns:a="http://schemas.openxmlformats.org/drawingml/2006/main">
              <a:ext uri="{FF2B5EF4-FFF2-40B4-BE49-F238E27FC236}">
                <a16:creationId xmlns:a16="http://schemas.microsoft.com/office/drawing/2014/main" id="{89D3757A-2658-4C65-AB80-568F68FB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2070619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9E0E8B34-2A78-49FD-A7AC-3F8B5EA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0394CF1A-BA8F-4F6B-9E30-F26C6E8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573567C4-1740-45E0-81F7-D8C104CC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C53FC04A-9159-4AFA-A180-9777E6AE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7477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PO₄³⁻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EE42891B-EBE2-458C-9130-23FE2436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ฟอสเฟตไอออน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2C68A680-E257-4B86-89A5-0CE9EEEA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035232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4-silver-frame">
            <a:extLst xmlns:a="http://schemas.openxmlformats.org/drawingml/2006/main">
              <a:ext uri="{FF2B5EF4-FFF2-40B4-BE49-F238E27FC236}">
                <a16:creationId xmlns:a16="http://schemas.microsoft.com/office/drawing/2014/main" id="{098339DB-C3F8-4DDC-81C8-55D3AD0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4-white-frame">
            <a:extLst xmlns:a="http://schemas.openxmlformats.org/drawingml/2006/main">
              <a:ext uri="{FF2B5EF4-FFF2-40B4-BE49-F238E27FC236}">
                <a16:creationId xmlns:a16="http://schemas.microsoft.com/office/drawing/2014/main" id="{5D67E7B9-2DBE-4395-8F6B-13A404C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4-color-field">
            <a:extLst xmlns:a="http://schemas.openxmlformats.org/drawingml/2006/main">
              <a:ext uri="{FF2B5EF4-FFF2-40B4-BE49-F238E27FC236}">
                <a16:creationId xmlns:a16="http://schemas.microsoft.com/office/drawing/2014/main" id="{4D675B42-2BE5-46E9-89BF-67BB9C4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4-formula">
            <a:extLst xmlns:a="http://schemas.openxmlformats.org/drawingml/2006/main">
              <a:ext uri="{FF2B5EF4-FFF2-40B4-BE49-F238E27FC236}">
                <a16:creationId xmlns:a16="http://schemas.microsoft.com/office/drawing/2014/main" id="{A790D2C8-14EF-405A-8018-37A735C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5598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SCN⁻</a:t>
            </a:r>
          </a:p>
        </p:txBody>
      </p:sp>
      <p:sp>
        <p:nvSpPr>
          <p:cNvPr id="5" name="card-4-thai-name">
            <a:extLst xmlns:a="http://schemas.openxmlformats.org/drawingml/2006/main">
              <a:ext uri="{FF2B5EF4-FFF2-40B4-BE49-F238E27FC236}">
                <a16:creationId xmlns:a16="http://schemas.microsoft.com/office/drawing/2014/main" id="{3720F6BB-3D49-432B-A486-BF6E21D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ไทโอไซยาเนตไอออน</a:t>
            </a:r>
          </a:p>
        </p:txBody>
      </p:sp>
      <p:sp>
        <p:nvSpPr>
          <p:cNvPr id="6" name="card-4-state">
            <a:extLst xmlns:a="http://schemas.openxmlformats.org/drawingml/2006/main">
              <a:ext uri="{FF2B5EF4-FFF2-40B4-BE49-F238E27FC236}">
                <a16:creationId xmlns:a16="http://schemas.microsoft.com/office/drawing/2014/main" id="{B1878E15-7E54-4121-A257-BA0681DC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638336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5-silver-frame">
            <a:extLst xmlns:a="http://schemas.openxmlformats.org/drawingml/2006/main">
              <a:ext uri="{FF2B5EF4-FFF2-40B4-BE49-F238E27FC236}">
                <a16:creationId xmlns:a16="http://schemas.microsoft.com/office/drawing/2014/main" id="{6F660E6D-D4BA-429C-AE62-916D61A7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5-white-frame">
            <a:extLst xmlns:a="http://schemas.openxmlformats.org/drawingml/2006/main">
              <a:ext uri="{FF2B5EF4-FFF2-40B4-BE49-F238E27FC236}">
                <a16:creationId xmlns:a16="http://schemas.microsoft.com/office/drawing/2014/main" id="{AA69CC49-AE98-4D58-9FE9-D917C15D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5-color-field">
            <a:extLst xmlns:a="http://schemas.openxmlformats.org/drawingml/2006/main">
              <a:ext uri="{FF2B5EF4-FFF2-40B4-BE49-F238E27FC236}">
                <a16:creationId xmlns:a16="http://schemas.microsoft.com/office/drawing/2014/main" id="{4C1E3FEF-23F9-48F3-9B68-47A7B4D2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5-formula">
            <a:extLst xmlns:a="http://schemas.openxmlformats.org/drawingml/2006/main">
              <a:ext uri="{FF2B5EF4-FFF2-40B4-BE49-F238E27FC236}">
                <a16:creationId xmlns:a16="http://schemas.microsoft.com/office/drawing/2014/main" id="{03E54B74-3B0B-435B-A486-2CE2E06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65949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MnO₄²⁻</a:t>
            </a:r>
          </a:p>
        </p:txBody>
      </p:sp>
      <p:sp>
        <p:nvSpPr>
          <p:cNvPr id="5" name="card-5-thai-name">
            <a:extLst xmlns:a="http://schemas.openxmlformats.org/drawingml/2006/main">
              <a:ext uri="{FF2B5EF4-FFF2-40B4-BE49-F238E27FC236}">
                <a16:creationId xmlns:a16="http://schemas.microsoft.com/office/drawing/2014/main" id="{31D07F8E-4B35-40F0-8390-EE6205D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แมงกาเนตไอออน</a:t>
            </a:r>
          </a:p>
        </p:txBody>
      </p:sp>
      <p:sp>
        <p:nvSpPr>
          <p:cNvPr id="6" name="card-5-state">
            <a:extLst xmlns:a="http://schemas.openxmlformats.org/drawingml/2006/main">
              <a:ext uri="{FF2B5EF4-FFF2-40B4-BE49-F238E27FC236}">
                <a16:creationId xmlns:a16="http://schemas.microsoft.com/office/drawing/2014/main" id="{E6B0EBD6-5A2D-4890-8965-7623C97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892285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6-silver-frame">
            <a:extLst xmlns:a="http://schemas.openxmlformats.org/drawingml/2006/main">
              <a:ext uri="{FF2B5EF4-FFF2-40B4-BE49-F238E27FC236}">
                <a16:creationId xmlns:a16="http://schemas.microsoft.com/office/drawing/2014/main" id="{DA48B21B-1AEE-4048-BBB9-6F0AC8C7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6-white-frame">
            <a:extLst xmlns:a="http://schemas.openxmlformats.org/drawingml/2006/main">
              <a:ext uri="{FF2B5EF4-FFF2-40B4-BE49-F238E27FC236}">
                <a16:creationId xmlns:a16="http://schemas.microsoft.com/office/drawing/2014/main" id="{DE2E1E1D-E701-4978-B8FE-7F02580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6-color-field">
            <a:extLst xmlns:a="http://schemas.openxmlformats.org/drawingml/2006/main">
              <a:ext uri="{FF2B5EF4-FFF2-40B4-BE49-F238E27FC236}">
                <a16:creationId xmlns:a16="http://schemas.microsoft.com/office/drawing/2014/main" id="{A9C86F10-6B5C-459B-AE78-A733B0CF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6-formula">
            <a:extLst xmlns:a="http://schemas.openxmlformats.org/drawingml/2006/main">
              <a:ext uri="{FF2B5EF4-FFF2-40B4-BE49-F238E27FC236}">
                <a16:creationId xmlns:a16="http://schemas.microsoft.com/office/drawing/2014/main" id="{3FE188A8-9011-4254-A2D2-91D93791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CN⁻</a:t>
            </a:r>
          </a:p>
        </p:txBody>
      </p:sp>
      <p:sp>
        <p:nvSpPr>
          <p:cNvPr id="5" name="card-6-thai-name">
            <a:extLst xmlns:a="http://schemas.openxmlformats.org/drawingml/2006/main">
              <a:ext uri="{FF2B5EF4-FFF2-40B4-BE49-F238E27FC236}">
                <a16:creationId xmlns:a16="http://schemas.microsoft.com/office/drawing/2014/main" id="{0E08D769-F04A-48B4-BA76-92335CBF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ไซยาไนด์ไอออน</a:t>
            </a:r>
          </a:p>
        </p:txBody>
      </p:sp>
      <p:sp>
        <p:nvSpPr>
          <p:cNvPr id="6" name="card-6-state">
            <a:extLst xmlns:a="http://schemas.openxmlformats.org/drawingml/2006/main">
              <a:ext uri="{FF2B5EF4-FFF2-40B4-BE49-F238E27FC236}">
                <a16:creationId xmlns:a16="http://schemas.microsoft.com/office/drawing/2014/main" id="{653FBCB8-5BB3-40CA-925A-7FAC604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523517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F9F3A54E-0B75-4DE3-BE4C-8EF2177A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DAAE4D0A-24EB-4586-B60B-059070D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E5107E03-A7DE-42CE-8513-5A67FA81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5DD1DE37-0C34-40CB-9A7B-2B21C5C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87477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CO₃²⁻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E9C0382D-C99F-42F1-9996-F656E4D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คาร์บอเนตไอออน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F0A3F211-7A47-404C-A0E9-7AFAF68D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694699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E11860FE-E414-405D-8A99-DCCC2E5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2242EA77-4656-4E6C-8052-BD9AB3E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5968D649-88BA-4119-B35E-49981277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390ED8D8-7BDF-43A4-97D5-94241BAB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652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OH⁻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FC938DD8-BAF6-427D-9330-C874FA5A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ไฮดรอกไซด์ไอออน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866FC6D4-B9F6-48D7-8764-69CB49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286392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9-silver-frame">
            <a:extLst xmlns:a="http://schemas.openxmlformats.org/drawingml/2006/main">
              <a:ext uri="{FF2B5EF4-FFF2-40B4-BE49-F238E27FC236}">
                <a16:creationId xmlns:a16="http://schemas.microsoft.com/office/drawing/2014/main" id="{045A4351-879C-4E1A-8FE1-EFE120A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9-white-frame">
            <a:extLst xmlns:a="http://schemas.openxmlformats.org/drawingml/2006/main">
              <a:ext uri="{FF2B5EF4-FFF2-40B4-BE49-F238E27FC236}">
                <a16:creationId xmlns:a16="http://schemas.microsoft.com/office/drawing/2014/main" id="{BFF72165-241C-4AC8-8E5D-87F6BC17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9-color-field">
            <a:extLst xmlns:a="http://schemas.openxmlformats.org/drawingml/2006/main">
              <a:ext uri="{FF2B5EF4-FFF2-40B4-BE49-F238E27FC236}">
                <a16:creationId xmlns:a16="http://schemas.microsoft.com/office/drawing/2014/main" id="{2A2A1684-ECC6-4D6D-BA2F-8AF6B89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9-formula">
            <a:extLst xmlns:a="http://schemas.openxmlformats.org/drawingml/2006/main">
              <a:ext uri="{FF2B5EF4-FFF2-40B4-BE49-F238E27FC236}">
                <a16:creationId xmlns:a16="http://schemas.microsoft.com/office/drawing/2014/main" id="{8E71244F-1A90-45D8-9D2E-6B3C856A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O²⁻</a:t>
            </a:r>
          </a:p>
        </p:txBody>
      </p:sp>
      <p:sp>
        <p:nvSpPr>
          <p:cNvPr id="5" name="card-9-thai-name">
            <a:extLst xmlns:a="http://schemas.openxmlformats.org/drawingml/2006/main">
              <a:ext uri="{FF2B5EF4-FFF2-40B4-BE49-F238E27FC236}">
                <a16:creationId xmlns:a16="http://schemas.microsoft.com/office/drawing/2014/main" id="{A1615994-546C-4514-88D4-208F3869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ออกไซด์ไอออน</a:t>
            </a:r>
          </a:p>
        </p:txBody>
      </p:sp>
      <p:sp>
        <p:nvSpPr>
          <p:cNvPr id="6" name="card-9-state">
            <a:extLst xmlns:a="http://schemas.openxmlformats.org/drawingml/2006/main">
              <a:ext uri="{FF2B5EF4-FFF2-40B4-BE49-F238E27FC236}">
                <a16:creationId xmlns:a16="http://schemas.microsoft.com/office/drawing/2014/main" id="{DDEC6CA3-0399-428F-A8DC-CFB19876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2287323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0-silver-frame">
            <a:extLst xmlns:a="http://schemas.openxmlformats.org/drawingml/2006/main">
              <a:ext uri="{FF2B5EF4-FFF2-40B4-BE49-F238E27FC236}">
                <a16:creationId xmlns:a16="http://schemas.microsoft.com/office/drawing/2014/main" id="{78E20056-0B4D-4703-AA42-C35B45E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0-white-frame">
            <a:extLst xmlns:a="http://schemas.openxmlformats.org/drawingml/2006/main">
              <a:ext uri="{FF2B5EF4-FFF2-40B4-BE49-F238E27FC236}">
                <a16:creationId xmlns:a16="http://schemas.microsoft.com/office/drawing/2014/main" id="{5C01B613-EE24-4138-8E93-1B362CC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0-color-field">
            <a:extLst xmlns:a="http://schemas.openxmlformats.org/drawingml/2006/main">
              <a:ext uri="{FF2B5EF4-FFF2-40B4-BE49-F238E27FC236}">
                <a16:creationId xmlns:a16="http://schemas.microsoft.com/office/drawing/2014/main" id="{EBF24325-1CBB-4B92-A98C-58E01070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236F2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0-formula">
            <a:extLst xmlns:a="http://schemas.openxmlformats.org/drawingml/2006/main">
              <a:ext uri="{FF2B5EF4-FFF2-40B4-BE49-F238E27FC236}">
                <a16:creationId xmlns:a16="http://schemas.microsoft.com/office/drawing/2014/main" id="{45E07A57-C13F-450B-9F86-8BBCD91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Cl⁻</a:t>
            </a:r>
          </a:p>
        </p:txBody>
      </p:sp>
      <p:sp>
        <p:nvSpPr>
          <p:cNvPr id="5" name="card-10-thai-name">
            <a:extLst xmlns:a="http://schemas.openxmlformats.org/drawingml/2006/main">
              <a:ext uri="{FF2B5EF4-FFF2-40B4-BE49-F238E27FC236}">
                <a16:creationId xmlns:a16="http://schemas.microsoft.com/office/drawing/2014/main" id="{33F18B80-0DDD-4CAE-BE2E-2EFE0137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คลอไรด์ไอออน</a:t>
            </a:r>
          </a:p>
        </p:txBody>
      </p:sp>
      <p:sp>
        <p:nvSpPr>
          <p:cNvPr id="6" name="card-10-state">
            <a:extLst xmlns:a="http://schemas.openxmlformats.org/drawingml/2006/main">
              <a:ext uri="{FF2B5EF4-FFF2-40B4-BE49-F238E27FC236}">
                <a16:creationId xmlns:a16="http://schemas.microsoft.com/office/drawing/2014/main" id="{6FDF3BB7-8CED-4980-B2FC-56A38149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522274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2026-08-21T15:57:09.1770000Z</dcterms:created>
  <dcterms:modified xsi:type="dcterms:W3CDTF">2026-08-21T15:57:09.1770000Z</dcterms:modified>
</coreProperties>
</file>