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05a241d29a49f8" /><Relationship Type="http://schemas.openxmlformats.org/officeDocument/2006/relationships/extended-properties" Target="/docProps/app.xml" Id="R1e3819ec692948b3" /><Relationship Type="http://schemas.openxmlformats.org/officeDocument/2006/relationships/officeDocument" Target="/ppt/presentation.xml" Id="Re2ffc95e89c7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97d96c0e294324"/>
  </p:sldMasterIdLst>
  <p:notesMasterIdLst>
    <p:notesMasterId xmlns:r="http://schemas.openxmlformats.org/officeDocument/2006/relationships" r:id="R0efa3b9ff76d4557"/>
  </p:notesMasterIdLst>
  <p:sldIdLst>
    <p:sldId xmlns:r="http://schemas.openxmlformats.org/officeDocument/2006/relationships" id="256" r:id="R50c4795cf8a546d3"/>
    <p:sldId xmlns:r="http://schemas.openxmlformats.org/officeDocument/2006/relationships" id="257" r:id="R47e604cd1ebd4c16"/>
    <p:sldId xmlns:r="http://schemas.openxmlformats.org/officeDocument/2006/relationships" id="258" r:id="R8462e8124da94215"/>
    <p:sldId xmlns:r="http://schemas.openxmlformats.org/officeDocument/2006/relationships" id="259" r:id="R0cf06ea26778419c"/>
    <p:sldId xmlns:r="http://schemas.openxmlformats.org/officeDocument/2006/relationships" id="260" r:id="Rdd8965d35b554136"/>
    <p:sldId xmlns:r="http://schemas.openxmlformats.org/officeDocument/2006/relationships" id="261" r:id="R49d4b0d714034c22"/>
    <p:sldId xmlns:r="http://schemas.openxmlformats.org/officeDocument/2006/relationships" id="262" r:id="Rb0f967a4bd9046ae"/>
    <p:sldId xmlns:r="http://schemas.openxmlformats.org/officeDocument/2006/relationships" id="263" r:id="Rb44f7c4126414067"/>
    <p:sldId xmlns:r="http://schemas.openxmlformats.org/officeDocument/2006/relationships" id="264" r:id="R4c45c942f2c84b0e"/>
    <p:sldId xmlns:r="http://schemas.openxmlformats.org/officeDocument/2006/relationships" id="265" r:id="R6c255efc30e94c35"/>
    <p:sldId xmlns:r="http://schemas.openxmlformats.org/officeDocument/2006/relationships" id="266" r:id="Rf2a258ffb02c4a6e"/>
    <p:sldId xmlns:r="http://schemas.openxmlformats.org/officeDocument/2006/relationships" id="267" r:id="R4c69e6a442ec4986"/>
    <p:sldId xmlns:r="http://schemas.openxmlformats.org/officeDocument/2006/relationships" id="268" r:id="R4ba831799b594b84"/>
    <p:sldId xmlns:r="http://schemas.openxmlformats.org/officeDocument/2006/relationships" id="269" r:id="R62507c64a8704275"/>
    <p:sldId xmlns:r="http://schemas.openxmlformats.org/officeDocument/2006/relationships" id="270" r:id="R007f40afaa6c4000"/>
    <p:sldId xmlns:r="http://schemas.openxmlformats.org/officeDocument/2006/relationships" id="271" r:id="Rd7a3f9b48c224fed"/>
    <p:sldId xmlns:r="http://schemas.openxmlformats.org/officeDocument/2006/relationships" id="272" r:id="R2979e53eda0f4037"/>
    <p:sldId xmlns:r="http://schemas.openxmlformats.org/officeDocument/2006/relationships" id="273" r:id="R594f1c01ae574114"/>
    <p:sldId xmlns:r="http://schemas.openxmlformats.org/officeDocument/2006/relationships" id="274" r:id="Rd1d80238c77a4a2e"/>
    <p:sldId xmlns:r="http://schemas.openxmlformats.org/officeDocument/2006/relationships" id="275" r:id="Rfc44b53092e04c35"/>
    <p:sldId xmlns:r="http://schemas.openxmlformats.org/officeDocument/2006/relationships" id="276" r:id="R8158e0faf22f449e"/>
    <p:sldId xmlns:r="http://schemas.openxmlformats.org/officeDocument/2006/relationships" id="277" r:id="R3d306decfb054238"/>
    <p:sldId xmlns:r="http://schemas.openxmlformats.org/officeDocument/2006/relationships" id="278" r:id="Rd924120e55f74ec0"/>
    <p:sldId xmlns:r="http://schemas.openxmlformats.org/officeDocument/2006/relationships" id="279" r:id="Rf82855c3ea834d4c"/>
    <p:sldId xmlns:r="http://schemas.openxmlformats.org/officeDocument/2006/relationships" id="280" r:id="R4fb992fc1ac74753"/>
    <p:sldId xmlns:r="http://schemas.openxmlformats.org/officeDocument/2006/relationships" id="281" r:id="R6945278b54694684"/>
    <p:sldId xmlns:r="http://schemas.openxmlformats.org/officeDocument/2006/relationships" id="282" r:id="R57eee7223bf44006"/>
    <p:sldId xmlns:r="http://schemas.openxmlformats.org/officeDocument/2006/relationships" id="283" r:id="Rc6409b9fa1844b1c"/>
    <p:sldId xmlns:r="http://schemas.openxmlformats.org/officeDocument/2006/relationships" id="284" r:id="R47cc021609504ea9"/>
    <p:sldId xmlns:r="http://schemas.openxmlformats.org/officeDocument/2006/relationships" id="285" r:id="R6ade46b6f1444301"/>
    <p:sldId xmlns:r="http://schemas.openxmlformats.org/officeDocument/2006/relationships" id="286" r:id="Rccc74eacc10d4cd5"/>
    <p:sldId xmlns:r="http://schemas.openxmlformats.org/officeDocument/2006/relationships" id="287" r:id="R930d2f4be6c84063"/>
    <p:sldId xmlns:r="http://schemas.openxmlformats.org/officeDocument/2006/relationships" id="288" r:id="Rbb6c19e959644e6c"/>
    <p:sldId xmlns:r="http://schemas.openxmlformats.org/officeDocument/2006/relationships" id="289" r:id="Rc422fc685e244a8d"/>
    <p:sldId xmlns:r="http://schemas.openxmlformats.org/officeDocument/2006/relationships" id="290" r:id="R1cff0f5688154d34"/>
    <p:sldId xmlns:r="http://schemas.openxmlformats.org/officeDocument/2006/relationships" id="291" r:id="R229238a279b24aff"/>
    <p:sldId xmlns:r="http://schemas.openxmlformats.org/officeDocument/2006/relationships" id="292" r:id="R911622eb88524eca"/>
    <p:sldId xmlns:r="http://schemas.openxmlformats.org/officeDocument/2006/relationships" id="293" r:id="R8a68ed21de864d6a"/>
    <p:sldId xmlns:r="http://schemas.openxmlformats.org/officeDocument/2006/relationships" id="294" r:id="R590b05a921e84bf8"/>
    <p:sldId xmlns:r="http://schemas.openxmlformats.org/officeDocument/2006/relationships" id="295" r:id="R6415c1fd4cf3412b"/>
    <p:sldId xmlns:r="http://schemas.openxmlformats.org/officeDocument/2006/relationships" id="296" r:id="R0e0472b5d03a4792"/>
    <p:sldId xmlns:r="http://schemas.openxmlformats.org/officeDocument/2006/relationships" id="297" r:id="R2c7286e84ebd4fcb"/>
    <p:sldId xmlns:r="http://schemas.openxmlformats.org/officeDocument/2006/relationships" id="298" r:id="R4a4227c653c34582"/>
    <p:sldId xmlns:r="http://schemas.openxmlformats.org/officeDocument/2006/relationships" id="299" r:id="Rbddf002585814504"/>
    <p:sldId xmlns:r="http://schemas.openxmlformats.org/officeDocument/2006/relationships" id="300" r:id="Rf9faf13d1698456c"/>
    <p:sldId xmlns:r="http://schemas.openxmlformats.org/officeDocument/2006/relationships" id="301" r:id="R83b9e9a0da334b26"/>
    <p:sldId xmlns:r="http://schemas.openxmlformats.org/officeDocument/2006/relationships" id="302" r:id="R670ed479feef4a42"/>
    <p:sldId xmlns:r="http://schemas.openxmlformats.org/officeDocument/2006/relationships" id="303" r:id="R5a88d9a711704750"/>
    <p:sldId xmlns:r="http://schemas.openxmlformats.org/officeDocument/2006/relationships" id="304" r:id="R32d3498935db4a1d"/>
    <p:sldId xmlns:r="http://schemas.openxmlformats.org/officeDocument/2006/relationships" id="305" r:id="Rb90ce6f0aa3f4ad4"/>
  </p:sldIdLst>
  <p:sldSz cx="2267998" cy="316801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e126750d6a4400" /><Relationship Type="http://schemas.openxmlformats.org/officeDocument/2006/relationships/slideMaster" Target="/ppt/slideMasters/slideMaster1.xml" Id="R6197d96c0e294324" /><Relationship Type="http://schemas.openxmlformats.org/officeDocument/2006/relationships/notesMaster" Target="/ppt/notesMasters/notesMaster1.xml" Id="R0efa3b9ff76d4557" /><Relationship Type="http://schemas.openxmlformats.org/officeDocument/2006/relationships/presProps" Target="/ppt/presProps.xml" Id="Rabc19b8b8f374e41" /><Relationship Type="http://schemas.openxmlformats.org/officeDocument/2006/relationships/tableStyles" Target="/ppt/tableStyles.xml" Id="R0f61c77495cb4b46" /><Relationship Type="http://schemas.openxmlformats.org/officeDocument/2006/relationships/slide" Target="/ppt/slides/slide1.xml" Id="R50c4795cf8a546d3" /><Relationship Type="http://schemas.openxmlformats.org/officeDocument/2006/relationships/slide" Target="/ppt/slides/slide2.xml" Id="R47e604cd1ebd4c16" /><Relationship Type="http://schemas.openxmlformats.org/officeDocument/2006/relationships/slide" Target="/ppt/slides/slide3.xml" Id="R8462e8124da94215" /><Relationship Type="http://schemas.openxmlformats.org/officeDocument/2006/relationships/slide" Target="/ppt/slides/slide4.xml" Id="R0cf06ea26778419c" /><Relationship Type="http://schemas.openxmlformats.org/officeDocument/2006/relationships/slide" Target="/ppt/slides/slide5.xml" Id="Rdd8965d35b554136" /><Relationship Type="http://schemas.openxmlformats.org/officeDocument/2006/relationships/slide" Target="/ppt/slides/slide6.xml" Id="R49d4b0d714034c22" /><Relationship Type="http://schemas.openxmlformats.org/officeDocument/2006/relationships/slide" Target="/ppt/slides/slide7.xml" Id="Rb0f967a4bd9046ae" /><Relationship Type="http://schemas.openxmlformats.org/officeDocument/2006/relationships/slide" Target="/ppt/slides/slide8.xml" Id="Rb44f7c4126414067" /><Relationship Type="http://schemas.openxmlformats.org/officeDocument/2006/relationships/slide" Target="/ppt/slides/slide9.xml" Id="R4c45c942f2c84b0e" /><Relationship Type="http://schemas.openxmlformats.org/officeDocument/2006/relationships/slide" Target="/ppt/slides/slide10.xml" Id="R6c255efc30e94c35" /><Relationship Type="http://schemas.openxmlformats.org/officeDocument/2006/relationships/slide" Target="/ppt/slides/slide11.xml" Id="Rf2a258ffb02c4a6e" /><Relationship Type="http://schemas.openxmlformats.org/officeDocument/2006/relationships/slide" Target="/ppt/slides/slide12.xml" Id="R4c69e6a442ec4986" /><Relationship Type="http://schemas.openxmlformats.org/officeDocument/2006/relationships/slide" Target="/ppt/slides/slide13.xml" Id="R4ba831799b594b84" /><Relationship Type="http://schemas.openxmlformats.org/officeDocument/2006/relationships/slide" Target="/ppt/slides/slide14.xml" Id="R62507c64a8704275" /><Relationship Type="http://schemas.openxmlformats.org/officeDocument/2006/relationships/slide" Target="/ppt/slides/slide15.xml" Id="R007f40afaa6c4000" /><Relationship Type="http://schemas.openxmlformats.org/officeDocument/2006/relationships/slide" Target="/ppt/slides/slide16.xml" Id="Rd7a3f9b48c224fed" /><Relationship Type="http://schemas.openxmlformats.org/officeDocument/2006/relationships/slide" Target="/ppt/slides/slide17.xml" Id="R2979e53eda0f4037" /><Relationship Type="http://schemas.openxmlformats.org/officeDocument/2006/relationships/slide" Target="/ppt/slides/slide18.xml" Id="R594f1c01ae574114" /><Relationship Type="http://schemas.openxmlformats.org/officeDocument/2006/relationships/slide" Target="/ppt/slides/slide19.xml" Id="Rd1d80238c77a4a2e" /><Relationship Type="http://schemas.openxmlformats.org/officeDocument/2006/relationships/slide" Target="/ppt/slides/slide20.xml" Id="Rfc44b53092e04c35" /><Relationship Type="http://schemas.openxmlformats.org/officeDocument/2006/relationships/slide" Target="/ppt/slides/slide21.xml" Id="R8158e0faf22f449e" /><Relationship Type="http://schemas.openxmlformats.org/officeDocument/2006/relationships/slide" Target="/ppt/slides/slide22.xml" Id="R3d306decfb054238" /><Relationship Type="http://schemas.openxmlformats.org/officeDocument/2006/relationships/slide" Target="/ppt/slides/slide23.xml" Id="Rd924120e55f74ec0" /><Relationship Type="http://schemas.openxmlformats.org/officeDocument/2006/relationships/slide" Target="/ppt/slides/slide24.xml" Id="Rf82855c3ea834d4c" /><Relationship Type="http://schemas.openxmlformats.org/officeDocument/2006/relationships/slide" Target="/ppt/slides/slide25.xml" Id="R4fb992fc1ac74753" /><Relationship Type="http://schemas.openxmlformats.org/officeDocument/2006/relationships/slide" Target="/ppt/slides/slide26.xml" Id="R6945278b54694684" /><Relationship Type="http://schemas.openxmlformats.org/officeDocument/2006/relationships/slide" Target="/ppt/slides/slide27.xml" Id="R57eee7223bf44006" /><Relationship Type="http://schemas.openxmlformats.org/officeDocument/2006/relationships/slide" Target="/ppt/slides/slide28.xml" Id="Rc6409b9fa1844b1c" /><Relationship Type="http://schemas.openxmlformats.org/officeDocument/2006/relationships/slide" Target="/ppt/slides/slide29.xml" Id="R47cc021609504ea9" /><Relationship Type="http://schemas.openxmlformats.org/officeDocument/2006/relationships/slide" Target="/ppt/slides/slide30.xml" Id="R6ade46b6f1444301" /><Relationship Type="http://schemas.openxmlformats.org/officeDocument/2006/relationships/slide" Target="/ppt/slides/slide31.xml" Id="Rccc74eacc10d4cd5" /><Relationship Type="http://schemas.openxmlformats.org/officeDocument/2006/relationships/slide" Target="/ppt/slides/slide32.xml" Id="R930d2f4be6c84063" /><Relationship Type="http://schemas.openxmlformats.org/officeDocument/2006/relationships/slide" Target="/ppt/slides/slide33.xml" Id="Rbb6c19e959644e6c" /><Relationship Type="http://schemas.openxmlformats.org/officeDocument/2006/relationships/slide" Target="/ppt/slides/slide34.xml" Id="Rc422fc685e244a8d" /><Relationship Type="http://schemas.openxmlformats.org/officeDocument/2006/relationships/slide" Target="/ppt/slides/slide35.xml" Id="R1cff0f5688154d34" /><Relationship Type="http://schemas.openxmlformats.org/officeDocument/2006/relationships/slide" Target="/ppt/slides/slide36.xml" Id="R229238a279b24aff" /><Relationship Type="http://schemas.openxmlformats.org/officeDocument/2006/relationships/slide" Target="/ppt/slides/slide37.xml" Id="R911622eb88524eca" /><Relationship Type="http://schemas.openxmlformats.org/officeDocument/2006/relationships/slide" Target="/ppt/slides/slide38.xml" Id="R8a68ed21de864d6a" /><Relationship Type="http://schemas.openxmlformats.org/officeDocument/2006/relationships/slide" Target="/ppt/slides/slide39.xml" Id="R590b05a921e84bf8" /><Relationship Type="http://schemas.openxmlformats.org/officeDocument/2006/relationships/slide" Target="/ppt/slides/slide40.xml" Id="R6415c1fd4cf3412b" /><Relationship Type="http://schemas.openxmlformats.org/officeDocument/2006/relationships/slide" Target="/ppt/slides/slide41.xml" Id="R0e0472b5d03a4792" /><Relationship Type="http://schemas.openxmlformats.org/officeDocument/2006/relationships/slide" Target="/ppt/slides/slide42.xml" Id="R2c7286e84ebd4fcb" /><Relationship Type="http://schemas.openxmlformats.org/officeDocument/2006/relationships/slide" Target="/ppt/slides/slide43.xml" Id="R4a4227c653c34582" /><Relationship Type="http://schemas.openxmlformats.org/officeDocument/2006/relationships/slide" Target="/ppt/slides/slide44.xml" Id="Rbddf002585814504" /><Relationship Type="http://schemas.openxmlformats.org/officeDocument/2006/relationships/slide" Target="/ppt/slides/slide45.xml" Id="Rf9faf13d1698456c" /><Relationship Type="http://schemas.openxmlformats.org/officeDocument/2006/relationships/slide" Target="/ppt/slides/slide46.xml" Id="R83b9e9a0da334b26" /><Relationship Type="http://schemas.openxmlformats.org/officeDocument/2006/relationships/slide" Target="/ppt/slides/slide47.xml" Id="R670ed479feef4a42" /><Relationship Type="http://schemas.openxmlformats.org/officeDocument/2006/relationships/slide" Target="/ppt/slides/slide48.xml" Id="R5a88d9a711704750" /><Relationship Type="http://schemas.openxmlformats.org/officeDocument/2006/relationships/slide" Target="/ppt/slides/slide49.xml" Id="R32d3498935db4a1d" /><Relationship Type="http://schemas.openxmlformats.org/officeDocument/2006/relationships/slide" Target="/ppt/slides/slide50.xml" Id="Rb90ce6f0aa3f4a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f68c70a99f47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305a90529e4f61" /><Relationship Type="http://schemas.openxmlformats.org/officeDocument/2006/relationships/notesMaster" Target="/ppt/notesMasters/notesMaster1.xml" Id="Rddcd5bfe8c524c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d4babb0c13483d" /><Relationship Type="http://schemas.openxmlformats.org/officeDocument/2006/relationships/notesMaster" Target="/ppt/notesMasters/notesMaster1.xml" Id="Ra7d1e88b4bf64f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fc4b3e252b40da" /><Relationship Type="http://schemas.openxmlformats.org/officeDocument/2006/relationships/notesMaster" Target="/ppt/notesMasters/notesMaster1.xml" Id="R1f36b2f32be54f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5e27512ef0470d" /><Relationship Type="http://schemas.openxmlformats.org/officeDocument/2006/relationships/notesMaster" Target="/ppt/notesMasters/notesMaster1.xml" Id="Rae2871ae21a141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d1539ca6134a88" /><Relationship Type="http://schemas.openxmlformats.org/officeDocument/2006/relationships/notesMaster" Target="/ppt/notesMasters/notesMaster1.xml" Id="Rdd4701b9eaad4a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e7396a23484944" /><Relationship Type="http://schemas.openxmlformats.org/officeDocument/2006/relationships/notesMaster" Target="/ppt/notesMasters/notesMaster1.xml" Id="R534e491ef48e40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355eb7f8e643b7" /><Relationship Type="http://schemas.openxmlformats.org/officeDocument/2006/relationships/notesMaster" Target="/ppt/notesMasters/notesMaster1.xml" Id="R0bc5a9c8a4234b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1d8b8d3ca247cb" /><Relationship Type="http://schemas.openxmlformats.org/officeDocument/2006/relationships/notesMaster" Target="/ppt/notesMasters/notesMaster1.xml" Id="R8d84d4681ce048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ac60f34b754168" /><Relationship Type="http://schemas.openxmlformats.org/officeDocument/2006/relationships/notesMaster" Target="/ppt/notesMasters/notesMaster1.xml" Id="R28ae278292b14e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d9c7108b534d63" /><Relationship Type="http://schemas.openxmlformats.org/officeDocument/2006/relationships/notesMaster" Target="/ppt/notesMasters/notesMaster1.xml" Id="R8698260e9eda46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3ba190b63b47cf" /><Relationship Type="http://schemas.openxmlformats.org/officeDocument/2006/relationships/notesMaster" Target="/ppt/notesMasters/notesMaster1.xml" Id="R61846e2e0d3f42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4bf2047149474a" /><Relationship Type="http://schemas.openxmlformats.org/officeDocument/2006/relationships/notesMaster" Target="/ppt/notesMasters/notesMaster1.xml" Id="R7ed13bb044894b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7e9c30a125498f" /><Relationship Type="http://schemas.openxmlformats.org/officeDocument/2006/relationships/notesMaster" Target="/ppt/notesMasters/notesMaster1.xml" Id="Reccde34402b047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33a4c8d0374221" /><Relationship Type="http://schemas.openxmlformats.org/officeDocument/2006/relationships/notesMaster" Target="/ppt/notesMasters/notesMaster1.xml" Id="Rb0be0cf5aa044f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91158b6379496d" /><Relationship Type="http://schemas.openxmlformats.org/officeDocument/2006/relationships/notesMaster" Target="/ppt/notesMasters/notesMaster1.xml" Id="R54590c0e9d9045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ae2cac654340ed" /><Relationship Type="http://schemas.openxmlformats.org/officeDocument/2006/relationships/notesMaster" Target="/ppt/notesMasters/notesMaster1.xml" Id="Rdeb5c32c72db45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da31e89bbd4e3d" /><Relationship Type="http://schemas.openxmlformats.org/officeDocument/2006/relationships/notesMaster" Target="/ppt/notesMasters/notesMaster1.xml" Id="R5f9e6bd0c2674a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88fb61dce34168" /><Relationship Type="http://schemas.openxmlformats.org/officeDocument/2006/relationships/notesMaster" Target="/ppt/notesMasters/notesMaster1.xml" Id="Raf2dcc0a176545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0791cafd5744e6" /><Relationship Type="http://schemas.openxmlformats.org/officeDocument/2006/relationships/notesMaster" Target="/ppt/notesMasters/notesMaster1.xml" Id="R1d6eb8800a8d4da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0f3636f3104acb" /><Relationship Type="http://schemas.openxmlformats.org/officeDocument/2006/relationships/notesMaster" Target="/ppt/notesMasters/notesMaster1.xml" Id="Rf4810c9182fa486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8633cb72da42f6" /><Relationship Type="http://schemas.openxmlformats.org/officeDocument/2006/relationships/notesMaster" Target="/ppt/notesMasters/notesMaster1.xml" Id="R26576b8465594a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78916248b64248" /><Relationship Type="http://schemas.openxmlformats.org/officeDocument/2006/relationships/notesMaster" Target="/ppt/notesMasters/notesMaster1.xml" Id="Ra34091ff732d47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3cfeb07b074897" /><Relationship Type="http://schemas.openxmlformats.org/officeDocument/2006/relationships/notesMaster" Target="/ppt/notesMasters/notesMaster1.xml" Id="R05638c31261547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57d0b8e34442c2" /><Relationship Type="http://schemas.openxmlformats.org/officeDocument/2006/relationships/notesMaster" Target="/ppt/notesMasters/notesMaster1.xml" Id="R3a046fb6c6ea45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6d220d81a584798" /><Relationship Type="http://schemas.openxmlformats.org/officeDocument/2006/relationships/notesMaster" Target="/ppt/notesMasters/notesMaster1.xml" Id="R54bc6a7d2ed148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066c0de75734396" /><Relationship Type="http://schemas.openxmlformats.org/officeDocument/2006/relationships/notesMaster" Target="/ppt/notesMasters/notesMaster1.xml" Id="R6b6c7b613c06416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f6444b6cccf4925" /><Relationship Type="http://schemas.openxmlformats.org/officeDocument/2006/relationships/notesMaster" Target="/ppt/notesMasters/notesMaster1.xml" Id="Ree1a7f32be2743c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ca1125afe346f3" /><Relationship Type="http://schemas.openxmlformats.org/officeDocument/2006/relationships/notesMaster" Target="/ppt/notesMasters/notesMaster1.xml" Id="R7cdd29a9f223463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3469cfe41b044c5" /><Relationship Type="http://schemas.openxmlformats.org/officeDocument/2006/relationships/notesMaster" Target="/ppt/notesMasters/notesMaster1.xml" Id="R34ab5a869b0a4f3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c8199536b484c4f" /><Relationship Type="http://schemas.openxmlformats.org/officeDocument/2006/relationships/notesMaster" Target="/ppt/notesMasters/notesMaster1.xml" Id="R486fdf544483456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aa0ff9a849c474d" /><Relationship Type="http://schemas.openxmlformats.org/officeDocument/2006/relationships/notesMaster" Target="/ppt/notesMasters/notesMaster1.xml" Id="R4487bce1e536491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a3f938b6cf54612" /><Relationship Type="http://schemas.openxmlformats.org/officeDocument/2006/relationships/notesMaster" Target="/ppt/notesMasters/notesMaster1.xml" Id="R2334dce6c1f74e1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ca1aa1551d94210" /><Relationship Type="http://schemas.openxmlformats.org/officeDocument/2006/relationships/notesMaster" Target="/ppt/notesMasters/notesMaster1.xml" Id="Ra2452502631a485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67ecf5cd6d3447a" /><Relationship Type="http://schemas.openxmlformats.org/officeDocument/2006/relationships/notesMaster" Target="/ppt/notesMasters/notesMaster1.xml" Id="Rd0a5cde2446a4db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4df22124f7c4abb" /><Relationship Type="http://schemas.openxmlformats.org/officeDocument/2006/relationships/notesMaster" Target="/ppt/notesMasters/notesMaster1.xml" Id="R91c8376a48654f2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5cb6d1d044e490b" /><Relationship Type="http://schemas.openxmlformats.org/officeDocument/2006/relationships/notesMaster" Target="/ppt/notesMasters/notesMaster1.xml" Id="Rd874758910654c7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5d5b0ab703548da" /><Relationship Type="http://schemas.openxmlformats.org/officeDocument/2006/relationships/notesMaster" Target="/ppt/notesMasters/notesMaster1.xml" Id="Ra9fc44924328445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e11daeadedc464f" /><Relationship Type="http://schemas.openxmlformats.org/officeDocument/2006/relationships/notesMaster" Target="/ppt/notesMasters/notesMaster1.xml" Id="R3ef07edf08034be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648652c649040f3" /><Relationship Type="http://schemas.openxmlformats.org/officeDocument/2006/relationships/notesMaster" Target="/ppt/notesMasters/notesMaster1.xml" Id="R633181151ca6497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b28dffdadf34679" /><Relationship Type="http://schemas.openxmlformats.org/officeDocument/2006/relationships/notesMaster" Target="/ppt/notesMasters/notesMaster1.xml" Id="Ra7b915a6eb27454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e0ebe3dcc034ed2" /><Relationship Type="http://schemas.openxmlformats.org/officeDocument/2006/relationships/notesMaster" Target="/ppt/notesMasters/notesMaster1.xml" Id="Rb24cfc79d8ce474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f74db0a45fa4d2a" /><Relationship Type="http://schemas.openxmlformats.org/officeDocument/2006/relationships/notesMaster" Target="/ppt/notesMasters/notesMaster1.xml" Id="R0189e2a0a779468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ae4a02833514d03" /><Relationship Type="http://schemas.openxmlformats.org/officeDocument/2006/relationships/notesMaster" Target="/ppt/notesMasters/notesMaster1.xml" Id="R68cbe772ec17494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10a279c744d4c31" /><Relationship Type="http://schemas.openxmlformats.org/officeDocument/2006/relationships/notesMaster" Target="/ppt/notesMasters/notesMaster1.xml" Id="R8fd5236f58ed44e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a2666bef05d47b5" /><Relationship Type="http://schemas.openxmlformats.org/officeDocument/2006/relationships/notesMaster" Target="/ppt/notesMasters/notesMaster1.xml" Id="R5d92ae9de69f417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24342497fd0496b" /><Relationship Type="http://schemas.openxmlformats.org/officeDocument/2006/relationships/notesMaster" Target="/ppt/notesMasters/notesMaster1.xml" Id="R196fe6edc35e447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04ec7c0760f4189" /><Relationship Type="http://schemas.openxmlformats.org/officeDocument/2006/relationships/notesMaster" Target="/ppt/notesMasters/notesMaster1.xml" Id="R598438588590415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00faaaf77cc4af8" /><Relationship Type="http://schemas.openxmlformats.org/officeDocument/2006/relationships/notesMaster" Target="/ppt/notesMasters/notesMaster1.xml" Id="R628ef78b3aa049d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d9e84740c0a4088" /><Relationship Type="http://schemas.openxmlformats.org/officeDocument/2006/relationships/notesMaster" Target="/ppt/notesMasters/notesMaster1.xml" Id="R30c63ca3260d476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5effcfea7494b4c" /><Relationship Type="http://schemas.openxmlformats.org/officeDocument/2006/relationships/notesMaster" Target="/ppt/notesMasters/notesMaster1.xml" Id="R5ff943b2792d42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Na⁺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K⁺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NH₄⁺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Ag⁺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Ca²⁺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Mg²⁺ and SO₄²⁻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Na⁺ and CO₃²⁻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Ca²⁺ and OH⁻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Al³⁺ and O²⁻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Fe³⁺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Na⁺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Na⁺ and OH⁻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Na⁺ and CN⁻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K⁺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K⁺ and SO₄²⁻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K⁺ and CO₃²⁻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K⁺ and MnO₄²⁻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NH₄⁺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NH₄⁺ and SO₄²⁻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NH₄⁺ and CO₃²⁻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NH₄⁺ and SCN⁻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Ag⁺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Ag⁺ and SO₄²⁻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Ag⁺ and PO₄³⁻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Ag⁺ and SCN⁻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Ca²⁺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Ca²⁺ and SO₄²⁻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Ca²⁺ and CO₃²⁻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Mg²⁺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Mg²⁺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Mg²⁺ and OH⁻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Mg²⁺ and PO₄³⁻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Al³⁺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Al³⁺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Al³⁺ and SO₄²⁻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Al³⁺ and OH⁻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Fe³⁺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Fe³⁺ and SO₄²⁻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Fe³⁺ and OH⁻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Fe³⁺ and PO₄³⁻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Cu²⁺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Cu²⁺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Cu²⁺ and SO₄²⁻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Cu²⁺ and OH⁻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Cu²⁺ and PO₄³⁻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Fe²⁺ and Cl⁻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Fe²⁺ and NO₃⁻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Fe²⁺ and SO₄²⁻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Fe²⁺ and OH⁻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style: approved Ion Clash Product Card slides 1-10</a:t>
            </a:r>
          </a:p>
          <a:p xmlns:a="http://schemas.openxmlformats.org/drawingml/2006/main">
            <a:r>
              <a:t>- Ion set: user-provided Ion Clash research presentation</a:t>
            </a:r>
          </a:p>
          <a:p xmlns:a="http://schemas.openxmlformats.org/drawingml/2006/main">
            <a:r>
              <a:t>- Formula: derived by balancing Fe²⁺ and CO₃²⁻ to total charge zero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fc70998e440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03025b4564eb3" /><Relationship Type="http://schemas.openxmlformats.org/officeDocument/2006/relationships/slideLayout" Target="/ppt/slideLayouts/slideLayout1.xml" Id="R5156fce256b446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56fce256b446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ea7b9e7c04b77" /><Relationship Type="http://schemas.openxmlformats.org/officeDocument/2006/relationships/notesSlide" Target="/ppt/notesSlides/notesSlide1.xml" Id="R79a6e97f90e04d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4ca03895044d6" /><Relationship Type="http://schemas.openxmlformats.org/officeDocument/2006/relationships/notesSlide" Target="/ppt/notesSlides/notesSlide2.xml" Id="R6f33fe798a56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4442b7de54596" /><Relationship Type="http://schemas.openxmlformats.org/officeDocument/2006/relationships/notesSlide" Target="/ppt/notesSlides/notesSlide3.xml" Id="R5220b058013e42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0975e681d4824" /><Relationship Type="http://schemas.openxmlformats.org/officeDocument/2006/relationships/notesSlide" Target="/ppt/notesSlides/notesSlide4.xml" Id="R820a6c44bc1240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3ee6459164604" /><Relationship Type="http://schemas.openxmlformats.org/officeDocument/2006/relationships/notesSlide" Target="/ppt/notesSlides/notesSlide5.xml" Id="R9d5eed8bd81f45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f5160d1d5464d" /><Relationship Type="http://schemas.openxmlformats.org/officeDocument/2006/relationships/notesSlide" Target="/ppt/notesSlides/notesSlide6.xml" Id="Rd865d0dcf12945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3e7bb3dec4437" /><Relationship Type="http://schemas.openxmlformats.org/officeDocument/2006/relationships/notesSlide" Target="/ppt/notesSlides/notesSlide7.xml" Id="Rcf2c278ed39942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d357f7b2c435c" /><Relationship Type="http://schemas.openxmlformats.org/officeDocument/2006/relationships/notesSlide" Target="/ppt/notesSlides/notesSlide8.xml" Id="R407913e379b34c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7f140ced04562" /><Relationship Type="http://schemas.openxmlformats.org/officeDocument/2006/relationships/notesSlide" Target="/ppt/notesSlides/notesSlide9.xml" Id="R1010e7c72b4f46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cde15082a46e2" /><Relationship Type="http://schemas.openxmlformats.org/officeDocument/2006/relationships/notesSlide" Target="/ppt/notesSlides/notesSlide10.xml" Id="R075a3bde967c49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051321b9b4fdf" /><Relationship Type="http://schemas.openxmlformats.org/officeDocument/2006/relationships/notesSlide" Target="/ppt/notesSlides/notesSlide11.xml" Id="R3798a11ec47842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17d84b3ba4899" /><Relationship Type="http://schemas.openxmlformats.org/officeDocument/2006/relationships/notesSlide" Target="/ppt/notesSlides/notesSlide12.xml" Id="Rbeb8cd82ba1c4e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52f30014d4176" /><Relationship Type="http://schemas.openxmlformats.org/officeDocument/2006/relationships/notesSlide" Target="/ppt/notesSlides/notesSlide13.xml" Id="R21ab9403530142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2acb0299d4aec" /><Relationship Type="http://schemas.openxmlformats.org/officeDocument/2006/relationships/notesSlide" Target="/ppt/notesSlides/notesSlide14.xml" Id="R27ee124ac7bd40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b66ce9f994c74" /><Relationship Type="http://schemas.openxmlformats.org/officeDocument/2006/relationships/notesSlide" Target="/ppt/notesSlides/notesSlide15.xml" Id="R74103d11358f4b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0e5ababb34960" /><Relationship Type="http://schemas.openxmlformats.org/officeDocument/2006/relationships/notesSlide" Target="/ppt/notesSlides/notesSlide16.xml" Id="Re8f626b9a70542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015b9c9b24f53" /><Relationship Type="http://schemas.openxmlformats.org/officeDocument/2006/relationships/notesSlide" Target="/ppt/notesSlides/notesSlide17.xml" Id="R5305fd362de147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b24a1d1cb4b20" /><Relationship Type="http://schemas.openxmlformats.org/officeDocument/2006/relationships/notesSlide" Target="/ppt/notesSlides/notesSlide18.xml" Id="R711d9ae07fa142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22009d242428a" /><Relationship Type="http://schemas.openxmlformats.org/officeDocument/2006/relationships/notesSlide" Target="/ppt/notesSlides/notesSlide19.xml" Id="R5a7859aa9e2149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7ef81ee8d4429" /><Relationship Type="http://schemas.openxmlformats.org/officeDocument/2006/relationships/notesSlide" Target="/ppt/notesSlides/notesSlide20.xml" Id="Rd87d620ca83241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0e8cb730b4ee0" /><Relationship Type="http://schemas.openxmlformats.org/officeDocument/2006/relationships/notesSlide" Target="/ppt/notesSlides/notesSlide21.xml" Id="R0bb4d456b2a747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86188233148a3" /><Relationship Type="http://schemas.openxmlformats.org/officeDocument/2006/relationships/notesSlide" Target="/ppt/notesSlides/notesSlide22.xml" Id="R4276b3f16a0d436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eecf6d9894a2f" /><Relationship Type="http://schemas.openxmlformats.org/officeDocument/2006/relationships/notesSlide" Target="/ppt/notesSlides/notesSlide23.xml" Id="Re70c5b52d861447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48ae36d5d4501" /><Relationship Type="http://schemas.openxmlformats.org/officeDocument/2006/relationships/notesSlide" Target="/ppt/notesSlides/notesSlide24.xml" Id="Rca0a0f56d6f44ad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89379d3ba449e" /><Relationship Type="http://schemas.openxmlformats.org/officeDocument/2006/relationships/notesSlide" Target="/ppt/notesSlides/notesSlide25.xml" Id="R03534a7767ef4c5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f2c46ec8149a6" /><Relationship Type="http://schemas.openxmlformats.org/officeDocument/2006/relationships/notesSlide" Target="/ppt/notesSlides/notesSlide26.xml" Id="Rceba05b7275a4a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63079f75440e1" /><Relationship Type="http://schemas.openxmlformats.org/officeDocument/2006/relationships/notesSlide" Target="/ppt/notesSlides/notesSlide27.xml" Id="Rd223ced315e345c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73e936bd14052" /><Relationship Type="http://schemas.openxmlformats.org/officeDocument/2006/relationships/notesSlide" Target="/ppt/notesSlides/notesSlide28.xml" Id="Rdf5621a5bf7444a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830629b714ee5" /><Relationship Type="http://schemas.openxmlformats.org/officeDocument/2006/relationships/notesSlide" Target="/ppt/notesSlides/notesSlide29.xml" Id="R2ac9d784466e4ae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b09209ab0459d" /><Relationship Type="http://schemas.openxmlformats.org/officeDocument/2006/relationships/notesSlide" Target="/ppt/notesSlides/notesSlide30.xml" Id="R307edbe6f6cc48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a997d9bba45e9" /><Relationship Type="http://schemas.openxmlformats.org/officeDocument/2006/relationships/notesSlide" Target="/ppt/notesSlides/notesSlide31.xml" Id="Rbc2fd2340451438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4b70ed55445be" /><Relationship Type="http://schemas.openxmlformats.org/officeDocument/2006/relationships/notesSlide" Target="/ppt/notesSlides/notesSlide32.xml" Id="R502a11f183354e8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e1c582d9d4ec8" /><Relationship Type="http://schemas.openxmlformats.org/officeDocument/2006/relationships/notesSlide" Target="/ppt/notesSlides/notesSlide33.xml" Id="Rae665f79303d4d2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c5e9e65a44e19" /><Relationship Type="http://schemas.openxmlformats.org/officeDocument/2006/relationships/notesSlide" Target="/ppt/notesSlides/notesSlide34.xml" Id="R64a964e891e147c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e8538092b423c" /><Relationship Type="http://schemas.openxmlformats.org/officeDocument/2006/relationships/notesSlide" Target="/ppt/notesSlides/notesSlide35.xml" Id="R20be599c1f9e4ab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b690a417840fe" /><Relationship Type="http://schemas.openxmlformats.org/officeDocument/2006/relationships/notesSlide" Target="/ppt/notesSlides/notesSlide36.xml" Id="R697109fd591743b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25ae894984724" /><Relationship Type="http://schemas.openxmlformats.org/officeDocument/2006/relationships/notesSlide" Target="/ppt/notesSlides/notesSlide37.xml" Id="R216a49f366a64b2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9933dbb9b43b8" /><Relationship Type="http://schemas.openxmlformats.org/officeDocument/2006/relationships/notesSlide" Target="/ppt/notesSlides/notesSlide38.xml" Id="R14f88b17c2a944b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844a364e248e8" /><Relationship Type="http://schemas.openxmlformats.org/officeDocument/2006/relationships/notesSlide" Target="/ppt/notesSlides/notesSlide39.xml" Id="Rb6edbfdca1ab4e6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94249b8d645e3" /><Relationship Type="http://schemas.openxmlformats.org/officeDocument/2006/relationships/notesSlide" Target="/ppt/notesSlides/notesSlide40.xml" Id="R2a2335e3d2e14c4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f00daf32f4a2c" /><Relationship Type="http://schemas.openxmlformats.org/officeDocument/2006/relationships/notesSlide" Target="/ppt/notesSlides/notesSlide41.xml" Id="R9981bd47b4ce4d9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f325c333d4509" /><Relationship Type="http://schemas.openxmlformats.org/officeDocument/2006/relationships/notesSlide" Target="/ppt/notesSlides/notesSlide42.xml" Id="Rcf24aad96078490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3cc012bba4e35" /><Relationship Type="http://schemas.openxmlformats.org/officeDocument/2006/relationships/notesSlide" Target="/ppt/notesSlides/notesSlide43.xml" Id="Rdaeb047745ef45b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0fd583d5b4152" /><Relationship Type="http://schemas.openxmlformats.org/officeDocument/2006/relationships/notesSlide" Target="/ppt/notesSlides/notesSlide44.xml" Id="Rc2e0bba0c20143a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a2d4764ec4c46" /><Relationship Type="http://schemas.openxmlformats.org/officeDocument/2006/relationships/notesSlide" Target="/ppt/notesSlides/notesSlide45.xml" Id="Rbac89e56bf1d406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fbcbf4bc949ec" /><Relationship Type="http://schemas.openxmlformats.org/officeDocument/2006/relationships/notesSlide" Target="/ppt/notesSlides/notesSlide46.xml" Id="R95b34289a42e4f4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8a93be56b4809" /><Relationship Type="http://schemas.openxmlformats.org/officeDocument/2006/relationships/notesSlide" Target="/ppt/notesSlides/notesSlide47.xml" Id="R1f9aef3312904b3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bc9ae82774639" /><Relationship Type="http://schemas.openxmlformats.org/officeDocument/2006/relationships/notesSlide" Target="/ppt/notesSlides/notesSlide48.xml" Id="R085c7c851dd84d0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88d2f95ae4b98" /><Relationship Type="http://schemas.openxmlformats.org/officeDocument/2006/relationships/notesSlide" Target="/ppt/notesSlides/notesSlide49.xml" Id="Rb1b5364ab76b41d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1b704121344ae" /><Relationship Type="http://schemas.openxmlformats.org/officeDocument/2006/relationships/notesSlide" Target="/ppt/notesSlides/notesSlide50.xml" Id="R68fdd09a4eab45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-silver-frame">
            <a:extLst xmlns:a="http://schemas.openxmlformats.org/drawingml/2006/main">
              <a:ext uri="{FF2B5EF4-FFF2-40B4-BE49-F238E27FC236}">
                <a16:creationId xmlns:a16="http://schemas.microsoft.com/office/drawing/2014/main" id="{3E2FBD80-41CA-44A5-8051-C542902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-white-frame">
            <a:extLst xmlns:a="http://schemas.openxmlformats.org/drawingml/2006/main">
              <a:ext uri="{FF2B5EF4-FFF2-40B4-BE49-F238E27FC236}">
                <a16:creationId xmlns:a16="http://schemas.microsoft.com/office/drawing/2014/main" id="{A50A3ACF-9EC9-4193-9DE8-ADEC7E19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-color-field">
            <a:extLst xmlns:a="http://schemas.openxmlformats.org/drawingml/2006/main">
              <a:ext uri="{FF2B5EF4-FFF2-40B4-BE49-F238E27FC236}">
                <a16:creationId xmlns:a16="http://schemas.microsoft.com/office/drawing/2014/main" id="{8E3ED9A5-647B-4A5D-B8A6-1E6EFD1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-formula">
            <a:extLst xmlns:a="http://schemas.openxmlformats.org/drawingml/2006/main">
              <a:ext uri="{FF2B5EF4-FFF2-40B4-BE49-F238E27FC236}">
                <a16:creationId xmlns:a16="http://schemas.microsoft.com/office/drawing/2014/main" id="{D01793F0-6E9D-49DC-B49D-1C4AD4B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NaCl</a:t>
            </a:r>
          </a:p>
        </p:txBody>
      </p:sp>
      <p:sp>
        <p:nvSpPr>
          <p:cNvPr id="5" name="card-1-thai-name">
            <a:extLst xmlns:a="http://schemas.openxmlformats.org/drawingml/2006/main">
              <a:ext uri="{FF2B5EF4-FFF2-40B4-BE49-F238E27FC236}">
                <a16:creationId xmlns:a16="http://schemas.microsoft.com/office/drawing/2014/main" id="{BFC6455D-6E7D-4A2A-8E1E-6A3D0A30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โซเดียมคลอไรด์</a:t>
            </a:r>
          </a:p>
        </p:txBody>
      </p:sp>
      <p:sp>
        <p:nvSpPr>
          <p:cNvPr id="6" name="card-1-state">
            <a:extLst xmlns:a="http://schemas.openxmlformats.org/drawingml/2006/main">
              <a:ext uri="{FF2B5EF4-FFF2-40B4-BE49-F238E27FC236}">
                <a16:creationId xmlns:a16="http://schemas.microsoft.com/office/drawing/2014/main" id="{F5DED3A4-2AA2-47EC-8590-E2E6C5C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524977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2-silver-frame">
            <a:extLst xmlns:a="http://schemas.openxmlformats.org/drawingml/2006/main">
              <a:ext uri="{FF2B5EF4-FFF2-40B4-BE49-F238E27FC236}">
                <a16:creationId xmlns:a16="http://schemas.microsoft.com/office/drawing/2014/main" id="{AFD75B95-0192-443C-BF3F-152F4908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2-white-frame">
            <a:extLst xmlns:a="http://schemas.openxmlformats.org/drawingml/2006/main">
              <a:ext uri="{FF2B5EF4-FFF2-40B4-BE49-F238E27FC236}">
                <a16:creationId xmlns:a16="http://schemas.microsoft.com/office/drawing/2014/main" id="{521FC93B-8217-43D0-A4E6-5AD0F788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2-color-field">
            <a:extLst xmlns:a="http://schemas.openxmlformats.org/drawingml/2006/main">
              <a:ext uri="{FF2B5EF4-FFF2-40B4-BE49-F238E27FC236}">
                <a16:creationId xmlns:a16="http://schemas.microsoft.com/office/drawing/2014/main" id="{68B28EB1-441C-4D61-976B-A0421B2E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2-formula">
            <a:extLst xmlns:a="http://schemas.openxmlformats.org/drawingml/2006/main">
              <a:ext uri="{FF2B5EF4-FFF2-40B4-BE49-F238E27FC236}">
                <a16:creationId xmlns:a16="http://schemas.microsoft.com/office/drawing/2014/main" id="{38BA1FF7-3C2B-4FE8-92F1-85DDF4DF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KNO₃</a:t>
            </a:r>
          </a:p>
        </p:txBody>
      </p:sp>
      <p:sp>
        <p:nvSpPr>
          <p:cNvPr id="5" name="card-2-thai-name">
            <a:extLst xmlns:a="http://schemas.openxmlformats.org/drawingml/2006/main">
              <a:ext uri="{FF2B5EF4-FFF2-40B4-BE49-F238E27FC236}">
                <a16:creationId xmlns:a16="http://schemas.microsoft.com/office/drawing/2014/main" id="{9947E85C-1BF1-4FB6-A8D8-C73AB14F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99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โพแทสเซียมไนเตรต</a:t>
            </a:r>
          </a:p>
        </p:txBody>
      </p:sp>
      <p:sp>
        <p:nvSpPr>
          <p:cNvPr id="6" name="card-2-state">
            <a:extLst xmlns:a="http://schemas.openxmlformats.org/drawingml/2006/main">
              <a:ext uri="{FF2B5EF4-FFF2-40B4-BE49-F238E27FC236}">
                <a16:creationId xmlns:a16="http://schemas.microsoft.com/office/drawing/2014/main" id="{C196F710-78FA-400A-A2DF-4C937B03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8157746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22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NH₄Cl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78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แอมโมเนียมคลอไรด์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4-silver-frame">
            <a:extLst xmlns:a="http://schemas.openxmlformats.org/drawingml/2006/main">
              <a:ext uri="{FF2B5EF4-FFF2-40B4-BE49-F238E27FC236}">
                <a16:creationId xmlns:a16="http://schemas.microsoft.com/office/drawing/2014/main" id="{E345976F-6E2A-4423-AA12-B597651E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4-white-frame">
            <a:extLst xmlns:a="http://schemas.openxmlformats.org/drawingml/2006/main">
              <a:ext uri="{FF2B5EF4-FFF2-40B4-BE49-F238E27FC236}">
                <a16:creationId xmlns:a16="http://schemas.microsoft.com/office/drawing/2014/main" id="{C4EF5CBA-0154-4946-AF9B-2FD82FB6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4-color-field">
            <a:extLst xmlns:a="http://schemas.openxmlformats.org/drawingml/2006/main">
              <a:ext uri="{FF2B5EF4-FFF2-40B4-BE49-F238E27FC236}">
                <a16:creationId xmlns:a16="http://schemas.microsoft.com/office/drawing/2014/main" id="{A0C6BB27-338B-455C-BEA1-FF8297F2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4-formula">
            <a:extLst xmlns:a="http://schemas.openxmlformats.org/drawingml/2006/main">
              <a:ext uri="{FF2B5EF4-FFF2-40B4-BE49-F238E27FC236}">
                <a16:creationId xmlns:a16="http://schemas.microsoft.com/office/drawing/2014/main" id="{3A9A96CA-1C27-4AB9-BC76-7D404F1C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13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AgNO₃</a:t>
            </a:r>
          </a:p>
        </p:txBody>
      </p:sp>
      <p:sp>
        <p:nvSpPr>
          <p:cNvPr id="5" name="card-4-thai-name">
            <a:extLst xmlns:a="http://schemas.openxmlformats.org/drawingml/2006/main">
              <a:ext uri="{FF2B5EF4-FFF2-40B4-BE49-F238E27FC236}">
                <a16:creationId xmlns:a16="http://schemas.microsoft.com/office/drawing/2014/main" id="{39064248-47F9-4AEE-87B5-3DE9394E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ซิลเวอร์(I) ไนเตรต</a:t>
            </a:r>
          </a:p>
        </p:txBody>
      </p:sp>
      <p:sp>
        <p:nvSpPr>
          <p:cNvPr id="6" name="card-4-state">
            <a:extLst xmlns:a="http://schemas.openxmlformats.org/drawingml/2006/main">
              <a:ext uri="{FF2B5EF4-FFF2-40B4-BE49-F238E27FC236}">
                <a16:creationId xmlns:a16="http://schemas.microsoft.com/office/drawing/2014/main" id="{1F99447E-B709-46E1-9ADF-3BA8141A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792514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5-silver-frame">
            <a:extLst xmlns:a="http://schemas.openxmlformats.org/drawingml/2006/main">
              <a:ext uri="{FF2B5EF4-FFF2-40B4-BE49-F238E27FC236}">
                <a16:creationId xmlns:a16="http://schemas.microsoft.com/office/drawing/2014/main" id="{E20E9479-DB6E-44CB-A907-9C18AF05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5-white-frame">
            <a:extLst xmlns:a="http://schemas.openxmlformats.org/drawingml/2006/main">
              <a:ext uri="{FF2B5EF4-FFF2-40B4-BE49-F238E27FC236}">
                <a16:creationId xmlns:a16="http://schemas.microsoft.com/office/drawing/2014/main" id="{15CAAA30-92B1-41AA-8A43-A4F2FF5A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5-color-field">
            <a:extLst xmlns:a="http://schemas.openxmlformats.org/drawingml/2006/main">
              <a:ext uri="{FF2B5EF4-FFF2-40B4-BE49-F238E27FC236}">
                <a16:creationId xmlns:a16="http://schemas.microsoft.com/office/drawing/2014/main" id="{D35DC242-0D20-4D52-9DCB-8408CDA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5-formula">
            <a:extLst xmlns:a="http://schemas.openxmlformats.org/drawingml/2006/main">
              <a:ext uri="{FF2B5EF4-FFF2-40B4-BE49-F238E27FC236}">
                <a16:creationId xmlns:a16="http://schemas.microsoft.com/office/drawing/2014/main" id="{4EF3545C-7AAC-4EF8-9150-D550AF4D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CaCl₂</a:t>
            </a:r>
          </a:p>
        </p:txBody>
      </p:sp>
      <p:sp>
        <p:nvSpPr>
          <p:cNvPr id="5" name="card-5-thai-name">
            <a:extLst xmlns:a="http://schemas.openxmlformats.org/drawingml/2006/main">
              <a:ext uri="{FF2B5EF4-FFF2-40B4-BE49-F238E27FC236}">
                <a16:creationId xmlns:a16="http://schemas.microsoft.com/office/drawing/2014/main" id="{D9EAD2C7-845D-4FF7-9CF2-55159218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แคลเซียมคลอไรด์</a:t>
            </a:r>
          </a:p>
        </p:txBody>
      </p:sp>
      <p:sp>
        <p:nvSpPr>
          <p:cNvPr id="6" name="card-5-state">
            <a:extLst xmlns:a="http://schemas.openxmlformats.org/drawingml/2006/main">
              <a:ext uri="{FF2B5EF4-FFF2-40B4-BE49-F238E27FC236}">
                <a16:creationId xmlns:a16="http://schemas.microsoft.com/office/drawing/2014/main" id="{C80BD9FC-EDCB-451E-BB5B-6E8D571B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800417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6-silver-frame">
            <a:extLst xmlns:a="http://schemas.openxmlformats.org/drawingml/2006/main">
              <a:ext uri="{FF2B5EF4-FFF2-40B4-BE49-F238E27FC236}">
                <a16:creationId xmlns:a16="http://schemas.microsoft.com/office/drawing/2014/main" id="{0ED64AC7-9AFE-4AFF-B502-C2D1221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6-white-frame">
            <a:extLst xmlns:a="http://schemas.openxmlformats.org/drawingml/2006/main">
              <a:ext uri="{FF2B5EF4-FFF2-40B4-BE49-F238E27FC236}">
                <a16:creationId xmlns:a16="http://schemas.microsoft.com/office/drawing/2014/main" id="{CDE77480-AA3B-48CE-8945-A380D138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6-color-field">
            <a:extLst xmlns:a="http://schemas.openxmlformats.org/drawingml/2006/main">
              <a:ext uri="{FF2B5EF4-FFF2-40B4-BE49-F238E27FC236}">
                <a16:creationId xmlns:a16="http://schemas.microsoft.com/office/drawing/2014/main" id="{1E89DCEB-2D05-4925-AB0A-66032645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6-formula">
            <a:extLst xmlns:a="http://schemas.openxmlformats.org/drawingml/2006/main">
              <a:ext uri="{FF2B5EF4-FFF2-40B4-BE49-F238E27FC236}">
                <a16:creationId xmlns:a16="http://schemas.microsoft.com/office/drawing/2014/main" id="{E3F99D24-21C9-482E-9720-BE808EED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90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MgSO₄</a:t>
            </a:r>
          </a:p>
        </p:txBody>
      </p:sp>
      <p:sp>
        <p:nvSpPr>
          <p:cNvPr id="5" name="card-6-thai-name">
            <a:extLst xmlns:a="http://schemas.openxmlformats.org/drawingml/2006/main">
              <a:ext uri="{FF2B5EF4-FFF2-40B4-BE49-F238E27FC236}">
                <a16:creationId xmlns:a16="http://schemas.microsoft.com/office/drawing/2014/main" id="{35034AE9-7A59-4D73-B95F-754DD159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แมกนีเซียมซัลเฟต</a:t>
            </a:r>
          </a:p>
        </p:txBody>
      </p:sp>
      <p:sp>
        <p:nvSpPr>
          <p:cNvPr id="6" name="card-6-state">
            <a:extLst xmlns:a="http://schemas.openxmlformats.org/drawingml/2006/main">
              <a:ext uri="{FF2B5EF4-FFF2-40B4-BE49-F238E27FC236}">
                <a16:creationId xmlns:a16="http://schemas.microsoft.com/office/drawing/2014/main" id="{41BF7CEF-5627-452B-9D62-CC989F4D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775097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7-silver-frame">
            <a:extLst xmlns:a="http://schemas.openxmlformats.org/drawingml/2006/main">
              <a:ext uri="{FF2B5EF4-FFF2-40B4-BE49-F238E27FC236}">
                <a16:creationId xmlns:a16="http://schemas.microsoft.com/office/drawing/2014/main" id="{F3D55ABE-C088-46B0-94F5-21923D3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7-white-frame">
            <a:extLst xmlns:a="http://schemas.openxmlformats.org/drawingml/2006/main">
              <a:ext uri="{FF2B5EF4-FFF2-40B4-BE49-F238E27FC236}">
                <a16:creationId xmlns:a16="http://schemas.microsoft.com/office/drawing/2014/main" id="{76F8AC3D-A3A2-4BBC-A13C-3119107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7-color-field">
            <a:extLst xmlns:a="http://schemas.openxmlformats.org/drawingml/2006/main">
              <a:ext uri="{FF2B5EF4-FFF2-40B4-BE49-F238E27FC236}">
                <a16:creationId xmlns:a16="http://schemas.microsoft.com/office/drawing/2014/main" id="{A4DA2F8F-FF75-49B3-B6D2-8196685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7-formula">
            <a:extLst xmlns:a="http://schemas.openxmlformats.org/drawingml/2006/main">
              <a:ext uri="{FF2B5EF4-FFF2-40B4-BE49-F238E27FC236}">
                <a16:creationId xmlns:a16="http://schemas.microsoft.com/office/drawing/2014/main" id="{1E145E1E-0E4B-471B-886D-A015B76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16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Na₂CO₃</a:t>
            </a:r>
          </a:p>
        </p:txBody>
      </p:sp>
      <p:sp>
        <p:nvSpPr>
          <p:cNvPr id="5" name="card-7-thai-name">
            <a:extLst xmlns:a="http://schemas.openxmlformats.org/drawingml/2006/main">
              <a:ext uri="{FF2B5EF4-FFF2-40B4-BE49-F238E27FC236}">
                <a16:creationId xmlns:a16="http://schemas.microsoft.com/office/drawing/2014/main" id="{556D1D51-7967-4066-BE5F-26009C7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โซเดียมคาร์บอเนต</a:t>
            </a:r>
          </a:p>
        </p:txBody>
      </p:sp>
      <p:sp>
        <p:nvSpPr>
          <p:cNvPr id="6" name="card-7-state">
            <a:extLst xmlns:a="http://schemas.openxmlformats.org/drawingml/2006/main">
              <a:ext uri="{FF2B5EF4-FFF2-40B4-BE49-F238E27FC236}">
                <a16:creationId xmlns:a16="http://schemas.microsoft.com/office/drawing/2014/main" id="{97C4BADC-786E-458D-A4AB-F2B03F1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278112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29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Ca(OH)₂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27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แคลเซียมไฮดรอกไซด์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9-silver-frame">
            <a:extLst xmlns:a="http://schemas.openxmlformats.org/drawingml/2006/main">
              <a:ext uri="{FF2B5EF4-FFF2-40B4-BE49-F238E27FC236}">
                <a16:creationId xmlns:a16="http://schemas.microsoft.com/office/drawing/2014/main" id="{7A2C7A92-787F-4829-AD42-CC7A2859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9-white-frame">
            <a:extLst xmlns:a="http://schemas.openxmlformats.org/drawingml/2006/main">
              <a:ext uri="{FF2B5EF4-FFF2-40B4-BE49-F238E27FC236}">
                <a16:creationId xmlns:a16="http://schemas.microsoft.com/office/drawing/2014/main" id="{19BACFBB-5405-4D0D-B902-772EDF9C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9-color-field">
            <a:extLst xmlns:a="http://schemas.openxmlformats.org/drawingml/2006/main">
              <a:ext uri="{FF2B5EF4-FFF2-40B4-BE49-F238E27FC236}">
                <a16:creationId xmlns:a16="http://schemas.microsoft.com/office/drawing/2014/main" id="{2BD469FF-18CD-476D-9471-1899D39E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9-formula">
            <a:extLst xmlns:a="http://schemas.openxmlformats.org/drawingml/2006/main">
              <a:ext uri="{FF2B5EF4-FFF2-40B4-BE49-F238E27FC236}">
                <a16:creationId xmlns:a16="http://schemas.microsoft.com/office/drawing/2014/main" id="{CB2B369E-AB65-4559-8D02-FD6F239F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Al₂O₃</a:t>
            </a:r>
          </a:p>
        </p:txBody>
      </p:sp>
      <p:sp>
        <p:nvSpPr>
          <p:cNvPr id="5" name="card-9-thai-name">
            <a:extLst xmlns:a="http://schemas.openxmlformats.org/drawingml/2006/main">
              <a:ext uri="{FF2B5EF4-FFF2-40B4-BE49-F238E27FC236}">
                <a16:creationId xmlns:a16="http://schemas.microsoft.com/office/drawing/2014/main" id="{342ECBA3-CA20-4AA4-93E3-C062E412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อะลูมิเนียมออกไซด์</a:t>
            </a:r>
          </a:p>
        </p:txBody>
      </p:sp>
      <p:sp>
        <p:nvSpPr>
          <p:cNvPr id="6" name="card-9-state">
            <a:extLst xmlns:a="http://schemas.openxmlformats.org/drawingml/2006/main">
              <a:ext uri="{FF2B5EF4-FFF2-40B4-BE49-F238E27FC236}">
                <a16:creationId xmlns:a16="http://schemas.microsoft.com/office/drawing/2014/main" id="{DC06CC93-4627-47F3-824C-E79C3A44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4436892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0-silver-frame">
            <a:extLst xmlns:a="http://schemas.openxmlformats.org/drawingml/2006/main">
              <a:ext uri="{FF2B5EF4-FFF2-40B4-BE49-F238E27FC236}">
                <a16:creationId xmlns:a16="http://schemas.microsoft.com/office/drawing/2014/main" id="{B958ECD3-1199-430A-AD35-549E5415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0-white-frame">
            <a:extLst xmlns:a="http://schemas.openxmlformats.org/drawingml/2006/main">
              <a:ext uri="{FF2B5EF4-FFF2-40B4-BE49-F238E27FC236}">
                <a16:creationId xmlns:a16="http://schemas.microsoft.com/office/drawing/2014/main" id="{78237158-FE6F-4DEA-BA6E-1E6DB2CF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0-color-field">
            <a:extLst xmlns:a="http://schemas.openxmlformats.org/drawingml/2006/main">
              <a:ext uri="{FF2B5EF4-FFF2-40B4-BE49-F238E27FC236}">
                <a16:creationId xmlns:a16="http://schemas.microsoft.com/office/drawing/2014/main" id="{57357870-2D22-4C09-A9A0-107290E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0-formula">
            <a:extLst xmlns:a="http://schemas.openxmlformats.org/drawingml/2006/main">
              <a:ext uri="{FF2B5EF4-FFF2-40B4-BE49-F238E27FC236}">
                <a16:creationId xmlns:a16="http://schemas.microsoft.com/office/drawing/2014/main" id="{8FDCB5F9-4D89-4B55-8ACB-5EB84ED7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FeCl₃</a:t>
            </a:r>
          </a:p>
        </p:txBody>
      </p:sp>
      <p:sp>
        <p:nvSpPr>
          <p:cNvPr id="5" name="card-10-thai-name">
            <a:extLst xmlns:a="http://schemas.openxmlformats.org/drawingml/2006/main">
              <a:ext uri="{FF2B5EF4-FFF2-40B4-BE49-F238E27FC236}">
                <a16:creationId xmlns:a16="http://schemas.microsoft.com/office/drawing/2014/main" id="{EB476235-87A5-4E06-9D22-ECCA4E8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ไอรอน(III) คลอไรด์</a:t>
            </a:r>
          </a:p>
        </p:txBody>
      </p:sp>
      <p:sp>
        <p:nvSpPr>
          <p:cNvPr id="6" name="card-10-state">
            <a:extLst xmlns:a="http://schemas.openxmlformats.org/drawingml/2006/main">
              <a:ext uri="{FF2B5EF4-FFF2-40B4-BE49-F238E27FC236}">
                <a16:creationId xmlns:a16="http://schemas.microsoft.com/office/drawing/2014/main" id="{E143B9E0-4FE7-4049-9F62-FA683E5C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597386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07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NaNO₃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โซเดียมไนเตรต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-silver-frame">
            <a:extLst xmlns:a="http://schemas.openxmlformats.org/drawingml/2006/main">
              <a:ext uri="{FF2B5EF4-FFF2-40B4-BE49-F238E27FC236}">
                <a16:creationId xmlns:a16="http://schemas.microsoft.com/office/drawing/2014/main" id="{3E2FBD80-41CA-44A5-8051-C542902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-white-frame">
            <a:extLst xmlns:a="http://schemas.openxmlformats.org/drawingml/2006/main">
              <a:ext uri="{FF2B5EF4-FFF2-40B4-BE49-F238E27FC236}">
                <a16:creationId xmlns:a16="http://schemas.microsoft.com/office/drawing/2014/main" id="{A50A3ACF-9EC9-4193-9DE8-ADEC7E19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-color-field">
            <a:extLst xmlns:a="http://schemas.openxmlformats.org/drawingml/2006/main">
              <a:ext uri="{FF2B5EF4-FFF2-40B4-BE49-F238E27FC236}">
                <a16:creationId xmlns:a16="http://schemas.microsoft.com/office/drawing/2014/main" id="{8E3ED9A5-647B-4A5D-B8A6-1E6EFD1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-formula">
            <a:extLst xmlns:a="http://schemas.openxmlformats.org/drawingml/2006/main">
              <a:ext uri="{FF2B5EF4-FFF2-40B4-BE49-F238E27FC236}">
                <a16:creationId xmlns:a16="http://schemas.microsoft.com/office/drawing/2014/main" id="{D01793F0-6E9D-49DC-B49D-1C4AD4B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194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NaOH</a:t>
            </a:r>
          </a:p>
        </p:txBody>
      </p:sp>
      <p:sp>
        <p:nvSpPr>
          <p:cNvPr id="5" name="card-1-thai-name">
            <a:extLst xmlns:a="http://schemas.openxmlformats.org/drawingml/2006/main">
              <a:ext uri="{FF2B5EF4-FFF2-40B4-BE49-F238E27FC236}">
                <a16:creationId xmlns:a16="http://schemas.microsoft.com/office/drawing/2014/main" id="{BFC6455D-6E7D-4A2A-8E1E-6A3D0A30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โซเดียมไฮดรอกไซด์</a:t>
            </a:r>
          </a:p>
        </p:txBody>
      </p:sp>
      <p:sp>
        <p:nvSpPr>
          <p:cNvPr id="6" name="card-1-state">
            <a:extLst xmlns:a="http://schemas.openxmlformats.org/drawingml/2006/main">
              <a:ext uri="{FF2B5EF4-FFF2-40B4-BE49-F238E27FC236}">
                <a16:creationId xmlns:a16="http://schemas.microsoft.com/office/drawing/2014/main" id="{F5DED3A4-2AA2-47EC-8590-E2E6C5C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5249778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-silver-frame">
            <a:extLst xmlns:a="http://schemas.openxmlformats.org/drawingml/2006/main">
              <a:ext uri="{FF2B5EF4-FFF2-40B4-BE49-F238E27FC236}">
                <a16:creationId xmlns:a16="http://schemas.microsoft.com/office/drawing/2014/main" id="{3E2FBD80-41CA-44A5-8051-C542902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-white-frame">
            <a:extLst xmlns:a="http://schemas.openxmlformats.org/drawingml/2006/main">
              <a:ext uri="{FF2B5EF4-FFF2-40B4-BE49-F238E27FC236}">
                <a16:creationId xmlns:a16="http://schemas.microsoft.com/office/drawing/2014/main" id="{A50A3ACF-9EC9-4193-9DE8-ADEC7E19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-color-field">
            <a:extLst xmlns:a="http://schemas.openxmlformats.org/drawingml/2006/main">
              <a:ext uri="{FF2B5EF4-FFF2-40B4-BE49-F238E27FC236}">
                <a16:creationId xmlns:a16="http://schemas.microsoft.com/office/drawing/2014/main" id="{8E3ED9A5-647B-4A5D-B8A6-1E6EFD1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-formula">
            <a:extLst xmlns:a="http://schemas.openxmlformats.org/drawingml/2006/main">
              <a:ext uri="{FF2B5EF4-FFF2-40B4-BE49-F238E27FC236}">
                <a16:creationId xmlns:a16="http://schemas.microsoft.com/office/drawing/2014/main" id="{D01793F0-6E9D-49DC-B49D-1C4AD4B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53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NaCN</a:t>
            </a:r>
          </a:p>
        </p:txBody>
      </p:sp>
      <p:sp>
        <p:nvSpPr>
          <p:cNvPr id="5" name="card-1-thai-name">
            <a:extLst xmlns:a="http://schemas.openxmlformats.org/drawingml/2006/main">
              <a:ext uri="{FF2B5EF4-FFF2-40B4-BE49-F238E27FC236}">
                <a16:creationId xmlns:a16="http://schemas.microsoft.com/office/drawing/2014/main" id="{BFC6455D-6E7D-4A2A-8E1E-6A3D0A30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โซเดียมไซยาไนด์</a:t>
            </a:r>
          </a:p>
        </p:txBody>
      </p:sp>
      <p:sp>
        <p:nvSpPr>
          <p:cNvPr id="6" name="card-1-state">
            <a:extLst xmlns:a="http://schemas.openxmlformats.org/drawingml/2006/main">
              <a:ext uri="{FF2B5EF4-FFF2-40B4-BE49-F238E27FC236}">
                <a16:creationId xmlns:a16="http://schemas.microsoft.com/office/drawing/2014/main" id="{F5DED3A4-2AA2-47EC-8590-E2E6C5C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5249778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-silver-frame">
            <a:extLst xmlns:a="http://schemas.openxmlformats.org/drawingml/2006/main">
              <a:ext uri="{FF2B5EF4-FFF2-40B4-BE49-F238E27FC236}">
                <a16:creationId xmlns:a16="http://schemas.microsoft.com/office/drawing/2014/main" id="{3E2FBD80-41CA-44A5-8051-C542902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-white-frame">
            <a:extLst xmlns:a="http://schemas.openxmlformats.org/drawingml/2006/main">
              <a:ext uri="{FF2B5EF4-FFF2-40B4-BE49-F238E27FC236}">
                <a16:creationId xmlns:a16="http://schemas.microsoft.com/office/drawing/2014/main" id="{A50A3ACF-9EC9-4193-9DE8-ADEC7E19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-color-field">
            <a:extLst xmlns:a="http://schemas.openxmlformats.org/drawingml/2006/main">
              <a:ext uri="{FF2B5EF4-FFF2-40B4-BE49-F238E27FC236}">
                <a16:creationId xmlns:a16="http://schemas.microsoft.com/office/drawing/2014/main" id="{8E3ED9A5-647B-4A5D-B8A6-1E6EFD1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-formula">
            <a:extLst xmlns:a="http://schemas.openxmlformats.org/drawingml/2006/main">
              <a:ext uri="{FF2B5EF4-FFF2-40B4-BE49-F238E27FC236}">
                <a16:creationId xmlns:a16="http://schemas.microsoft.com/office/drawing/2014/main" id="{D01793F0-6E9D-49DC-B49D-1C4AD4B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KCl</a:t>
            </a:r>
          </a:p>
        </p:txBody>
      </p:sp>
      <p:sp>
        <p:nvSpPr>
          <p:cNvPr id="5" name="card-1-thai-name">
            <a:extLst xmlns:a="http://schemas.openxmlformats.org/drawingml/2006/main">
              <a:ext uri="{FF2B5EF4-FFF2-40B4-BE49-F238E27FC236}">
                <a16:creationId xmlns:a16="http://schemas.microsoft.com/office/drawing/2014/main" id="{BFC6455D-6E7D-4A2A-8E1E-6A3D0A30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76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โพแทสเซียมคลอไรด์</a:t>
            </a:r>
          </a:p>
        </p:txBody>
      </p:sp>
      <p:sp>
        <p:nvSpPr>
          <p:cNvPr id="6" name="card-1-state">
            <a:extLst xmlns:a="http://schemas.openxmlformats.org/drawingml/2006/main">
              <a:ext uri="{FF2B5EF4-FFF2-40B4-BE49-F238E27FC236}">
                <a16:creationId xmlns:a16="http://schemas.microsoft.com/office/drawing/2014/main" id="{F5DED3A4-2AA2-47EC-8590-E2E6C5C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5249778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12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K₂SO₄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โพแทสเซียมซัลเฟต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0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K₂CO₃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62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โพแทสเซียมคาร์บอเนต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7-silver-frame">
            <a:extLst xmlns:a="http://schemas.openxmlformats.org/drawingml/2006/main">
              <a:ext uri="{FF2B5EF4-FFF2-40B4-BE49-F238E27FC236}">
                <a16:creationId xmlns:a16="http://schemas.microsoft.com/office/drawing/2014/main" id="{F3D55ABE-C088-46B0-94F5-21923D3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7-white-frame">
            <a:extLst xmlns:a="http://schemas.openxmlformats.org/drawingml/2006/main">
              <a:ext uri="{FF2B5EF4-FFF2-40B4-BE49-F238E27FC236}">
                <a16:creationId xmlns:a16="http://schemas.microsoft.com/office/drawing/2014/main" id="{76F8AC3D-A3A2-4BBC-A13C-3119107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7-color-field">
            <a:extLst xmlns:a="http://schemas.openxmlformats.org/drawingml/2006/main">
              <a:ext uri="{FF2B5EF4-FFF2-40B4-BE49-F238E27FC236}">
                <a16:creationId xmlns:a16="http://schemas.microsoft.com/office/drawing/2014/main" id="{A4DA2F8F-FF75-49B3-B6D2-8196685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7-formula">
            <a:extLst xmlns:a="http://schemas.openxmlformats.org/drawingml/2006/main">
              <a:ext uri="{FF2B5EF4-FFF2-40B4-BE49-F238E27FC236}">
                <a16:creationId xmlns:a16="http://schemas.microsoft.com/office/drawing/2014/main" id="{1E145E1E-0E4B-471B-886D-A015B76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71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K₂MnO₄</a:t>
            </a:r>
          </a:p>
        </p:txBody>
      </p:sp>
      <p:sp>
        <p:nvSpPr>
          <p:cNvPr id="5" name="card-7-thai-name">
            <a:extLst xmlns:a="http://schemas.openxmlformats.org/drawingml/2006/main">
              <a:ext uri="{FF2B5EF4-FFF2-40B4-BE49-F238E27FC236}">
                <a16:creationId xmlns:a16="http://schemas.microsoft.com/office/drawing/2014/main" id="{556D1D51-7967-4066-BE5F-26009C7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53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โพแทสเซียมแมงกาเนต</a:t>
            </a:r>
          </a:p>
        </p:txBody>
      </p:sp>
      <p:sp>
        <p:nvSpPr>
          <p:cNvPr id="6" name="card-7-state">
            <a:extLst xmlns:a="http://schemas.openxmlformats.org/drawingml/2006/main">
              <a:ext uri="{FF2B5EF4-FFF2-40B4-BE49-F238E27FC236}">
                <a16:creationId xmlns:a16="http://schemas.microsoft.com/office/drawing/2014/main" id="{97C4BADC-786E-458D-A4AB-F2B03F1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2781124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7-silver-frame">
            <a:extLst xmlns:a="http://schemas.openxmlformats.org/drawingml/2006/main">
              <a:ext uri="{FF2B5EF4-FFF2-40B4-BE49-F238E27FC236}">
                <a16:creationId xmlns:a16="http://schemas.microsoft.com/office/drawing/2014/main" id="{F3D55ABE-C088-46B0-94F5-21923D3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7-white-frame">
            <a:extLst xmlns:a="http://schemas.openxmlformats.org/drawingml/2006/main">
              <a:ext uri="{FF2B5EF4-FFF2-40B4-BE49-F238E27FC236}">
                <a16:creationId xmlns:a16="http://schemas.microsoft.com/office/drawing/2014/main" id="{76F8AC3D-A3A2-4BBC-A13C-3119107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7-color-field">
            <a:extLst xmlns:a="http://schemas.openxmlformats.org/drawingml/2006/main">
              <a:ext uri="{FF2B5EF4-FFF2-40B4-BE49-F238E27FC236}">
                <a16:creationId xmlns:a16="http://schemas.microsoft.com/office/drawing/2014/main" id="{A4DA2F8F-FF75-49B3-B6D2-8196685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7-formula">
            <a:extLst xmlns:a="http://schemas.openxmlformats.org/drawingml/2006/main">
              <a:ext uri="{FF2B5EF4-FFF2-40B4-BE49-F238E27FC236}">
                <a16:creationId xmlns:a16="http://schemas.microsoft.com/office/drawing/2014/main" id="{1E145E1E-0E4B-471B-886D-A015B76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64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NH₄NO₃</a:t>
            </a:r>
          </a:p>
        </p:txBody>
      </p:sp>
      <p:sp>
        <p:nvSpPr>
          <p:cNvPr id="5" name="card-7-thai-name">
            <a:extLst xmlns:a="http://schemas.openxmlformats.org/drawingml/2006/main">
              <a:ext uri="{FF2B5EF4-FFF2-40B4-BE49-F238E27FC236}">
                <a16:creationId xmlns:a16="http://schemas.microsoft.com/office/drawing/2014/main" id="{556D1D51-7967-4066-BE5F-26009C7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แอมโมเนียมไนเตรต</a:t>
            </a:r>
          </a:p>
        </p:txBody>
      </p:sp>
      <p:sp>
        <p:nvSpPr>
          <p:cNvPr id="6" name="card-7-state">
            <a:extLst xmlns:a="http://schemas.openxmlformats.org/drawingml/2006/main">
              <a:ext uri="{FF2B5EF4-FFF2-40B4-BE49-F238E27FC236}">
                <a16:creationId xmlns:a16="http://schemas.microsoft.com/office/drawing/2014/main" id="{97C4BADC-786E-458D-A4AB-F2B03F1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2781124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593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(NH₄)₂SO₄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แอมโมเนียมซัลเฟต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592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(NH₄)₂CO₃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62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แอมโมเนียมคาร์บอเนต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7-silver-frame">
            <a:extLst xmlns:a="http://schemas.openxmlformats.org/drawingml/2006/main">
              <a:ext uri="{FF2B5EF4-FFF2-40B4-BE49-F238E27FC236}">
                <a16:creationId xmlns:a16="http://schemas.microsoft.com/office/drawing/2014/main" id="{F3D55ABE-C088-46B0-94F5-21923D3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7-white-frame">
            <a:extLst xmlns:a="http://schemas.openxmlformats.org/drawingml/2006/main">
              <a:ext uri="{FF2B5EF4-FFF2-40B4-BE49-F238E27FC236}">
                <a16:creationId xmlns:a16="http://schemas.microsoft.com/office/drawing/2014/main" id="{76F8AC3D-A3A2-4BBC-A13C-3119107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7-color-field">
            <a:extLst xmlns:a="http://schemas.openxmlformats.org/drawingml/2006/main">
              <a:ext uri="{FF2B5EF4-FFF2-40B4-BE49-F238E27FC236}">
                <a16:creationId xmlns:a16="http://schemas.microsoft.com/office/drawing/2014/main" id="{A4DA2F8F-FF75-49B3-B6D2-8196685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7-formula">
            <a:extLst xmlns:a="http://schemas.openxmlformats.org/drawingml/2006/main">
              <a:ext uri="{FF2B5EF4-FFF2-40B4-BE49-F238E27FC236}">
                <a16:creationId xmlns:a16="http://schemas.microsoft.com/office/drawing/2014/main" id="{1E145E1E-0E4B-471B-886D-A015B76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36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NH₄SCN</a:t>
            </a:r>
          </a:p>
        </p:txBody>
      </p:sp>
      <p:sp>
        <p:nvSpPr>
          <p:cNvPr id="5" name="card-7-thai-name">
            <a:extLst xmlns:a="http://schemas.openxmlformats.org/drawingml/2006/main">
              <a:ext uri="{FF2B5EF4-FFF2-40B4-BE49-F238E27FC236}">
                <a16:creationId xmlns:a16="http://schemas.microsoft.com/office/drawing/2014/main" id="{556D1D51-7967-4066-BE5F-26009C7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75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แอมโมเนียมไทโอไซยาเนต</a:t>
            </a:r>
          </a:p>
        </p:txBody>
      </p:sp>
      <p:sp>
        <p:nvSpPr>
          <p:cNvPr id="6" name="card-7-state">
            <a:extLst xmlns:a="http://schemas.openxmlformats.org/drawingml/2006/main">
              <a:ext uri="{FF2B5EF4-FFF2-40B4-BE49-F238E27FC236}">
                <a16:creationId xmlns:a16="http://schemas.microsoft.com/office/drawing/2014/main" id="{97C4BADC-786E-458D-A4AB-F2B03F1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2781124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-silver-frame">
            <a:extLst xmlns:a="http://schemas.openxmlformats.org/drawingml/2006/main">
              <a:ext uri="{FF2B5EF4-FFF2-40B4-BE49-F238E27FC236}">
                <a16:creationId xmlns:a16="http://schemas.microsoft.com/office/drawing/2014/main" id="{3E2FBD80-41CA-44A5-8051-C542902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-white-frame">
            <a:extLst xmlns:a="http://schemas.openxmlformats.org/drawingml/2006/main">
              <a:ext uri="{FF2B5EF4-FFF2-40B4-BE49-F238E27FC236}">
                <a16:creationId xmlns:a16="http://schemas.microsoft.com/office/drawing/2014/main" id="{A50A3ACF-9EC9-4193-9DE8-ADEC7E19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-color-field">
            <a:extLst xmlns:a="http://schemas.openxmlformats.org/drawingml/2006/main">
              <a:ext uri="{FF2B5EF4-FFF2-40B4-BE49-F238E27FC236}">
                <a16:creationId xmlns:a16="http://schemas.microsoft.com/office/drawing/2014/main" id="{8E3ED9A5-647B-4A5D-B8A6-1E6EFD1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-formula">
            <a:extLst xmlns:a="http://schemas.openxmlformats.org/drawingml/2006/main">
              <a:ext uri="{FF2B5EF4-FFF2-40B4-BE49-F238E27FC236}">
                <a16:creationId xmlns:a16="http://schemas.microsoft.com/office/drawing/2014/main" id="{D01793F0-6E9D-49DC-B49D-1C4AD4B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AgCl</a:t>
            </a:r>
          </a:p>
        </p:txBody>
      </p:sp>
      <p:sp>
        <p:nvSpPr>
          <p:cNvPr id="5" name="card-1-thai-name">
            <a:extLst xmlns:a="http://schemas.openxmlformats.org/drawingml/2006/main">
              <a:ext uri="{FF2B5EF4-FFF2-40B4-BE49-F238E27FC236}">
                <a16:creationId xmlns:a16="http://schemas.microsoft.com/office/drawing/2014/main" id="{BFC6455D-6E7D-4A2A-8E1E-6A3D0A30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ซิลเวอร์(I) คลอไรด์</a:t>
            </a:r>
          </a:p>
        </p:txBody>
      </p:sp>
      <p:sp>
        <p:nvSpPr>
          <p:cNvPr id="6" name="card-1-state">
            <a:extLst xmlns:a="http://schemas.openxmlformats.org/drawingml/2006/main">
              <a:ext uri="{FF2B5EF4-FFF2-40B4-BE49-F238E27FC236}">
                <a16:creationId xmlns:a16="http://schemas.microsoft.com/office/drawing/2014/main" id="{F5DED3A4-2AA2-47EC-8590-E2E6C5C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5249778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7-silver-frame">
            <a:extLst xmlns:a="http://schemas.openxmlformats.org/drawingml/2006/main">
              <a:ext uri="{FF2B5EF4-FFF2-40B4-BE49-F238E27FC236}">
                <a16:creationId xmlns:a16="http://schemas.microsoft.com/office/drawing/2014/main" id="{F3D55ABE-C088-46B0-94F5-21923D3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7-white-frame">
            <a:extLst xmlns:a="http://schemas.openxmlformats.org/drawingml/2006/main">
              <a:ext uri="{FF2B5EF4-FFF2-40B4-BE49-F238E27FC236}">
                <a16:creationId xmlns:a16="http://schemas.microsoft.com/office/drawing/2014/main" id="{76F8AC3D-A3A2-4BBC-A13C-3119107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7-color-field">
            <a:extLst xmlns:a="http://schemas.openxmlformats.org/drawingml/2006/main">
              <a:ext uri="{FF2B5EF4-FFF2-40B4-BE49-F238E27FC236}">
                <a16:creationId xmlns:a16="http://schemas.microsoft.com/office/drawing/2014/main" id="{A4DA2F8F-FF75-49B3-B6D2-8196685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7-formula">
            <a:extLst xmlns:a="http://schemas.openxmlformats.org/drawingml/2006/main">
              <a:ext uri="{FF2B5EF4-FFF2-40B4-BE49-F238E27FC236}">
                <a16:creationId xmlns:a16="http://schemas.microsoft.com/office/drawing/2014/main" id="{1E145E1E-0E4B-471B-886D-A015B76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23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Ag₂SO₄</a:t>
            </a:r>
          </a:p>
        </p:txBody>
      </p:sp>
      <p:sp>
        <p:nvSpPr>
          <p:cNvPr id="5" name="card-7-thai-name">
            <a:extLst xmlns:a="http://schemas.openxmlformats.org/drawingml/2006/main">
              <a:ext uri="{FF2B5EF4-FFF2-40B4-BE49-F238E27FC236}">
                <a16:creationId xmlns:a16="http://schemas.microsoft.com/office/drawing/2014/main" id="{556D1D51-7967-4066-BE5F-26009C7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ซิลเวอร์(I) ซัลเฟต</a:t>
            </a:r>
          </a:p>
        </p:txBody>
      </p:sp>
      <p:sp>
        <p:nvSpPr>
          <p:cNvPr id="6" name="card-7-state">
            <a:extLst xmlns:a="http://schemas.openxmlformats.org/drawingml/2006/main">
              <a:ext uri="{FF2B5EF4-FFF2-40B4-BE49-F238E27FC236}">
                <a16:creationId xmlns:a16="http://schemas.microsoft.com/office/drawing/2014/main" id="{97C4BADC-786E-458D-A4AB-F2B03F1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2781124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7-silver-frame">
            <a:extLst xmlns:a="http://schemas.openxmlformats.org/drawingml/2006/main">
              <a:ext uri="{FF2B5EF4-FFF2-40B4-BE49-F238E27FC236}">
                <a16:creationId xmlns:a16="http://schemas.microsoft.com/office/drawing/2014/main" id="{F3D55ABE-C088-46B0-94F5-21923D3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7-white-frame">
            <a:extLst xmlns:a="http://schemas.openxmlformats.org/drawingml/2006/main">
              <a:ext uri="{FF2B5EF4-FFF2-40B4-BE49-F238E27FC236}">
                <a16:creationId xmlns:a16="http://schemas.microsoft.com/office/drawing/2014/main" id="{76F8AC3D-A3A2-4BBC-A13C-3119107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7-color-field">
            <a:extLst xmlns:a="http://schemas.openxmlformats.org/drawingml/2006/main">
              <a:ext uri="{FF2B5EF4-FFF2-40B4-BE49-F238E27FC236}">
                <a16:creationId xmlns:a16="http://schemas.microsoft.com/office/drawing/2014/main" id="{A4DA2F8F-FF75-49B3-B6D2-8196685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7-formula">
            <a:extLst xmlns:a="http://schemas.openxmlformats.org/drawingml/2006/main">
              <a:ext uri="{FF2B5EF4-FFF2-40B4-BE49-F238E27FC236}">
                <a16:creationId xmlns:a16="http://schemas.microsoft.com/office/drawing/2014/main" id="{1E145E1E-0E4B-471B-886D-A015B76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214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Ag₃PO₄</a:t>
            </a:r>
          </a:p>
        </p:txBody>
      </p:sp>
      <p:sp>
        <p:nvSpPr>
          <p:cNvPr id="5" name="card-7-thai-name">
            <a:extLst xmlns:a="http://schemas.openxmlformats.org/drawingml/2006/main">
              <a:ext uri="{FF2B5EF4-FFF2-40B4-BE49-F238E27FC236}">
                <a16:creationId xmlns:a16="http://schemas.microsoft.com/office/drawing/2014/main" id="{556D1D51-7967-4066-BE5F-26009C7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ซิลเวอร์(I) ฟอสเฟต</a:t>
            </a:r>
          </a:p>
        </p:txBody>
      </p:sp>
      <p:sp>
        <p:nvSpPr>
          <p:cNvPr id="6" name="card-7-state">
            <a:extLst xmlns:a="http://schemas.openxmlformats.org/drawingml/2006/main">
              <a:ext uri="{FF2B5EF4-FFF2-40B4-BE49-F238E27FC236}">
                <a16:creationId xmlns:a16="http://schemas.microsoft.com/office/drawing/2014/main" id="{97C4BADC-786E-458D-A4AB-F2B03F1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2781124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76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AgSCN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34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ซิลเวอร์(I) ไทโอไซยาเนต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63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Ca(NO₃)₂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แคลเซียมไนเตรต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59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CaSO₄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แคลเซียมซัลเฟต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569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CaCO₃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70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แคลเซียมคาร์บอเนต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11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MgCl₂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แมกนีเซียมคลอไรด์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Mg(NO₃)₂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แมกนีเซียมไนเตรต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82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Mg(OH)₂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61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แมกนีเซียมไฮดรอกไซด์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587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Mg₃(PO₄)₂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90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แมกนีเซียมฟอสเฟต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AlCl₃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อะลูมิเนียมคลอไรด์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05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Al(NO₃)₃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อะลูมิเนียมไนเตรต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59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Al₂(SO₄)₃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อะลูมิเนียมซัลเฟต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81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Al(OH)₃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88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อะลูมิเนียมไฮดรอกไซด์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75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Fe(NO₃)₃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ไอรอน(III) ไนเตรต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333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Fe₂(SO₄)₃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ไอรอน(III) ซัลเฟต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44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Fe(OH)₃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87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ไอรอน(III) ไฮดรอกไซด์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79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FePO₄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ไอรอน(III) ฟอสเฟต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91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CuCl₂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42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คอปเปอร์(II) คลอไรด์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59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Cu(NO₃)₂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6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คอปเปอร์(II) ไนเตรต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50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CuSO₄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91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คอปเปอร์(II) ซัลเฟต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22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Cu(OH)₂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0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คอปเปอร์(II) ไฮดรอกไซด์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16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Cu₃(PO₄)₂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13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คอปเปอร์(II) ฟอสเฟต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FeCl₂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ไอรอน(II) คลอไรด์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75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Fe(NO₃)₂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ไอรอน(II) ไนเตรต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82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FeSO₄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ไอรอน(II) ซัลเฟต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1882C7E8-BB0A-45A4-BE47-5E5ED2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1089624-784F-43BC-8AB1-FD8F10E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367D365F-13E9-406A-A7A4-F848D45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5ACAEAB4-A7FD-47B3-922A-F93810B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744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Fe(OH)₂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B53FCD3-0F8D-48F4-981B-82A321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15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ไอรอน(II) ไฮดรอกไซด์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7EC1736F-7884-459E-A088-F16CCA6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623193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E4C1F34D-2CB2-40CC-9652-3A2EBD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C12CD190-B906-4F28-8D09-85413F9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96E91408-A423-4D5C-B926-52C1424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DDAE1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8360DAE-D115-4DCA-A72C-BD33808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78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FeCO₃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BC287E02-6200-4547-903C-3163328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57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ไอรอน(II) คาร์บอเนต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3E93319B-9BF5-4C0F-B842-F59B392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399735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2026-08-21T16:10:17.5080000Z</dcterms:created>
  <dcterms:modified xsi:type="dcterms:W3CDTF">2026-08-21T16:10:17.5080000Z</dcterms:modified>
</coreProperties>
</file>